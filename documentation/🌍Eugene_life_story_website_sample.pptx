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60" r:id="rId3"/>
    <p:sldId id="261" r:id="rId4"/>
    <p:sldId id="257" r:id="rId5"/>
    <p:sldId id="258" r:id="rId6"/>
    <p:sldId id="259" r:id="rId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36"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029" autoAdjust="0"/>
    <p:restoredTop sz="94660"/>
  </p:normalViewPr>
  <p:slideViewPr>
    <p:cSldViewPr snapToGrid="0" showGuides="1">
      <p:cViewPr varScale="1">
        <p:scale>
          <a:sx n="53" d="100"/>
          <a:sy n="53" d="100"/>
        </p:scale>
        <p:origin x="58" y="326"/>
      </p:cViewPr>
      <p:guideLst>
        <p:guide orient="horz" pos="2136"/>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54955" y="1447800"/>
            <a:ext cx="8825658" cy="3329581"/>
          </a:xfrm>
        </p:spPr>
        <p:txBody>
          <a:bodyPr anchor="b"/>
          <a:lstStyle>
            <a:lvl1pPr>
              <a:defRPr sz="7200"/>
            </a:lvl1pPr>
          </a:lstStyle>
          <a:p>
            <a:r>
              <a:rPr lang="en-US" smtClean="0"/>
              <a:t>Click to edit Master title style</a:t>
            </a:r>
            <a:endParaRPr lang="en-US" dirty="0"/>
          </a:p>
        </p:txBody>
      </p:sp>
      <p:sp>
        <p:nvSpPr>
          <p:cNvPr id="3" name="Subtitle 2"/>
          <p:cNvSpPr>
            <a:spLocks noGrp="1"/>
          </p:cNvSpPr>
          <p:nvPr>
            <p:ph type="subTitle" idx="1"/>
          </p:nvPr>
        </p:nvSpPr>
        <p:spPr>
          <a:xfrm>
            <a:off x="1154955" y="4777380"/>
            <a:ext cx="8825658" cy="861420"/>
          </a:xfrm>
        </p:spPr>
        <p:txBody>
          <a:bodyPr anchor="t"/>
          <a:lstStyle>
            <a:lvl1pPr marL="0" indent="0" algn="l">
              <a:buNone/>
              <a:defRPr cap="all">
                <a:solidFill>
                  <a:schemeClr val="bg2">
                    <a:lumMod val="40000"/>
                    <a:lumOff val="6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dirty="0"/>
          </a:p>
        </p:txBody>
      </p:sp>
      <p:sp>
        <p:nvSpPr>
          <p:cNvPr id="4" name="Date Placeholder 3"/>
          <p:cNvSpPr>
            <a:spLocks noGrp="1"/>
          </p:cNvSpPr>
          <p:nvPr>
            <p:ph type="dt" sz="half" idx="10"/>
          </p:nvPr>
        </p:nvSpPr>
        <p:spPr/>
        <p:txBody>
          <a:bodyPr/>
          <a:lstStyle/>
          <a:p>
            <a:fld id="{00AFC816-D61A-4F5D-88B8-4E6F6AD20135}" type="datetimeFigureOut">
              <a:rPr lang="en-US" smtClean="0"/>
              <a:t>7/5/2025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E9B2745-037E-445D-9D71-370F0E5EDC45}" type="slidenum">
              <a:rPr lang="en-US" smtClean="0"/>
              <a:t>‹#›</a:t>
            </a:fld>
            <a:endParaRPr lang="en-US"/>
          </a:p>
        </p:txBody>
      </p:sp>
    </p:spTree>
    <p:extLst>
      <p:ext uri="{BB962C8B-B14F-4D97-AF65-F5344CB8AC3E}">
        <p14:creationId xmlns:p14="http://schemas.microsoft.com/office/powerpoint/2010/main" val="112708559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7" name="Date Placeholder 3"/>
          <p:cNvSpPr>
            <a:spLocks noGrp="1"/>
          </p:cNvSpPr>
          <p:nvPr>
            <p:ph type="dt" sz="half" idx="10"/>
          </p:nvPr>
        </p:nvSpPr>
        <p:spPr/>
        <p:txBody>
          <a:bodyPr/>
          <a:lstStyle/>
          <a:p>
            <a:fld id="{00AFC816-D61A-4F5D-88B8-4E6F6AD20135}" type="datetimeFigureOut">
              <a:rPr lang="en-US" smtClean="0"/>
              <a:t>7/5/2025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E9B2745-037E-445D-9D71-370F0E5EDC45}" type="slidenum">
              <a:rPr lang="en-US" smtClean="0"/>
              <a:t>‹#›</a:t>
            </a:fld>
            <a:endParaRPr lang="en-US"/>
          </a:p>
        </p:txBody>
      </p:sp>
    </p:spTree>
    <p:extLst>
      <p:ext uri="{BB962C8B-B14F-4D97-AF65-F5344CB8AC3E}">
        <p14:creationId xmlns:p14="http://schemas.microsoft.com/office/powerpoint/2010/main" val="99536194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54956" y="2861733"/>
            <a:ext cx="8825657" cy="1915647"/>
          </a:xfrm>
        </p:spPr>
        <p:txBody>
          <a:bodyPr anchor="b"/>
          <a:lstStyle>
            <a:lvl1pPr algn="l">
              <a:defRPr sz="4000" b="0" cap="none"/>
            </a:lvl1pPr>
          </a:lstStyle>
          <a:p>
            <a:r>
              <a:rPr lang="en-US" smtClean="0"/>
              <a:t>Click to edit Master title style</a:t>
            </a:r>
            <a:endParaRPr lang="en-US" dirty="0"/>
          </a:p>
        </p:txBody>
      </p:sp>
      <p:sp>
        <p:nvSpPr>
          <p:cNvPr id="3" name="Text Placeholder 2"/>
          <p:cNvSpPr>
            <a:spLocks noGrp="1"/>
          </p:cNvSpPr>
          <p:nvPr>
            <p:ph type="body" idx="1"/>
          </p:nvPr>
        </p:nvSpPr>
        <p:spPr>
          <a:xfrm>
            <a:off x="1154955" y="4777381"/>
            <a:ext cx="8825658" cy="860400"/>
          </a:xfrm>
        </p:spPr>
        <p:txBody>
          <a:bodyPr anchor="t"/>
          <a:lstStyle>
            <a:lvl1pPr marL="0" indent="0" algn="l">
              <a:buNone/>
              <a:defRPr sz="2000" cap="all">
                <a:solidFill>
                  <a:schemeClr val="bg2">
                    <a:lumMod val="40000"/>
                    <a:lumOff val="6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00AFC816-D61A-4F5D-88B8-4E6F6AD20135}" type="datetimeFigureOut">
              <a:rPr lang="en-US" smtClean="0"/>
              <a:t>7/5/2025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E9B2745-037E-445D-9D71-370F0E5EDC45}" type="slidenum">
              <a:rPr lang="en-US" smtClean="0"/>
              <a:t>‹#›</a:t>
            </a:fld>
            <a:endParaRPr lang="en-US"/>
          </a:p>
        </p:txBody>
      </p:sp>
    </p:spTree>
    <p:extLst>
      <p:ext uri="{BB962C8B-B14F-4D97-AF65-F5344CB8AC3E}">
        <p14:creationId xmlns:p14="http://schemas.microsoft.com/office/powerpoint/2010/main" val="277005762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sz="half" idx="1"/>
          </p:nvPr>
        </p:nvSpPr>
        <p:spPr>
          <a:xfrm>
            <a:off x="1103312" y="2060575"/>
            <a:ext cx="4396339" cy="4195763"/>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Content Placeholder 3"/>
          <p:cNvSpPr>
            <a:spLocks noGrp="1"/>
          </p:cNvSpPr>
          <p:nvPr>
            <p:ph sz="half" idx="2"/>
          </p:nvPr>
        </p:nvSpPr>
        <p:spPr>
          <a:xfrm>
            <a:off x="5654493" y="2056092"/>
            <a:ext cx="4396341" cy="4200245"/>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Date Placeholder 4"/>
          <p:cNvSpPr>
            <a:spLocks noGrp="1"/>
          </p:cNvSpPr>
          <p:nvPr>
            <p:ph type="dt" sz="half" idx="10"/>
          </p:nvPr>
        </p:nvSpPr>
        <p:spPr/>
        <p:txBody>
          <a:bodyPr/>
          <a:lstStyle/>
          <a:p>
            <a:fld id="{00AFC816-D61A-4F5D-88B8-4E6F6AD20135}" type="datetimeFigureOut">
              <a:rPr lang="en-US" smtClean="0"/>
              <a:t>7/5/2025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E9B2745-037E-445D-9D71-370F0E5EDC45}" type="slidenum">
              <a:rPr lang="en-US" smtClean="0"/>
              <a:t>‹#›</a:t>
            </a:fld>
            <a:endParaRPr lang="en-US"/>
          </a:p>
        </p:txBody>
      </p:sp>
    </p:spTree>
    <p:extLst>
      <p:ext uri="{BB962C8B-B14F-4D97-AF65-F5344CB8AC3E}">
        <p14:creationId xmlns:p14="http://schemas.microsoft.com/office/powerpoint/2010/main" val="327828622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dirty="0"/>
          </a:p>
        </p:txBody>
      </p:sp>
      <p:sp>
        <p:nvSpPr>
          <p:cNvPr id="3" name="Text Placeholder 2"/>
          <p:cNvSpPr>
            <a:spLocks noGrp="1"/>
          </p:cNvSpPr>
          <p:nvPr>
            <p:ph type="body" idx="1"/>
          </p:nvPr>
        </p:nvSpPr>
        <p:spPr>
          <a:xfrm>
            <a:off x="1103313" y="1905000"/>
            <a:ext cx="4396338"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1103312" y="2514600"/>
            <a:ext cx="4396339" cy="3741738"/>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Text Placeholder 4"/>
          <p:cNvSpPr>
            <a:spLocks noGrp="1"/>
          </p:cNvSpPr>
          <p:nvPr>
            <p:ph type="body" sz="quarter" idx="3"/>
          </p:nvPr>
        </p:nvSpPr>
        <p:spPr>
          <a:xfrm>
            <a:off x="5654495" y="1905000"/>
            <a:ext cx="4396339"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5654495" y="2514600"/>
            <a:ext cx="4396339" cy="3741738"/>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7" name="Date Placeholder 6"/>
          <p:cNvSpPr>
            <a:spLocks noGrp="1"/>
          </p:cNvSpPr>
          <p:nvPr>
            <p:ph type="dt" sz="half" idx="10"/>
          </p:nvPr>
        </p:nvSpPr>
        <p:spPr/>
        <p:txBody>
          <a:bodyPr/>
          <a:lstStyle/>
          <a:p>
            <a:fld id="{00AFC816-D61A-4F5D-88B8-4E6F6AD20135}" type="datetimeFigureOut">
              <a:rPr lang="en-US" smtClean="0"/>
              <a:t>7/5/2025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1E9B2745-037E-445D-9D71-370F0E5EDC45}" type="slidenum">
              <a:rPr lang="en-US" smtClean="0"/>
              <a:t>‹#›</a:t>
            </a:fld>
            <a:endParaRPr lang="en-US"/>
          </a:p>
        </p:txBody>
      </p:sp>
    </p:spTree>
    <p:extLst>
      <p:ext uri="{BB962C8B-B14F-4D97-AF65-F5344CB8AC3E}">
        <p14:creationId xmlns:p14="http://schemas.microsoft.com/office/powerpoint/2010/main" val="284879639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7" name="Date Placeholder 2"/>
          <p:cNvSpPr>
            <a:spLocks noGrp="1"/>
          </p:cNvSpPr>
          <p:nvPr>
            <p:ph type="dt" sz="half" idx="10"/>
          </p:nvPr>
        </p:nvSpPr>
        <p:spPr/>
        <p:txBody>
          <a:bodyPr/>
          <a:lstStyle/>
          <a:p>
            <a:fld id="{00AFC816-D61A-4F5D-88B8-4E6F6AD20135}" type="datetimeFigureOut">
              <a:rPr lang="en-US" smtClean="0"/>
              <a:t>7/5/2025</a:t>
            </a:fld>
            <a:endParaRPr lang="en-US"/>
          </a:p>
        </p:txBody>
      </p:sp>
      <p:sp>
        <p:nvSpPr>
          <p:cNvPr id="5" name="Footer Placeholder 3"/>
          <p:cNvSpPr>
            <a:spLocks noGrp="1"/>
          </p:cNvSpPr>
          <p:nvPr>
            <p:ph type="ftr" sz="quarter" idx="11"/>
          </p:nvPr>
        </p:nvSpPr>
        <p:spPr/>
        <p:txBody>
          <a:bodyPr/>
          <a:lstStyle/>
          <a:p>
            <a:endParaRPr lang="en-US"/>
          </a:p>
        </p:txBody>
      </p:sp>
      <p:sp>
        <p:nvSpPr>
          <p:cNvPr id="6" name="Slide Number Placeholder 4"/>
          <p:cNvSpPr>
            <a:spLocks noGrp="1"/>
          </p:cNvSpPr>
          <p:nvPr>
            <p:ph type="sldNum" sz="quarter" idx="12"/>
          </p:nvPr>
        </p:nvSpPr>
        <p:spPr/>
        <p:txBody>
          <a:bodyPr/>
          <a:lstStyle/>
          <a:p>
            <a:fld id="{1E9B2745-037E-445D-9D71-370F0E5EDC45}" type="slidenum">
              <a:rPr lang="en-US" smtClean="0"/>
              <a:t>‹#›</a:t>
            </a:fld>
            <a:endParaRPr lang="en-US"/>
          </a:p>
        </p:txBody>
      </p:sp>
    </p:spTree>
    <p:extLst>
      <p:ext uri="{BB962C8B-B14F-4D97-AF65-F5344CB8AC3E}">
        <p14:creationId xmlns:p14="http://schemas.microsoft.com/office/powerpoint/2010/main" val="14695847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7" name="Date Placeholder 1"/>
          <p:cNvSpPr>
            <a:spLocks noGrp="1"/>
          </p:cNvSpPr>
          <p:nvPr>
            <p:ph type="dt" sz="half" idx="10"/>
          </p:nvPr>
        </p:nvSpPr>
        <p:spPr/>
        <p:txBody>
          <a:bodyPr/>
          <a:lstStyle/>
          <a:p>
            <a:fld id="{00AFC816-D61A-4F5D-88B8-4E6F6AD20135}" type="datetimeFigureOut">
              <a:rPr lang="en-US" smtClean="0"/>
              <a:t>7/5/2025</a:t>
            </a:fld>
            <a:endParaRPr lang="en-US"/>
          </a:p>
        </p:txBody>
      </p:sp>
      <p:sp>
        <p:nvSpPr>
          <p:cNvPr id="5" name="Footer Placeholder 2"/>
          <p:cNvSpPr>
            <a:spLocks noGrp="1"/>
          </p:cNvSpPr>
          <p:nvPr>
            <p:ph type="ftr" sz="quarter" idx="11"/>
          </p:nvPr>
        </p:nvSpPr>
        <p:spPr/>
        <p:txBody>
          <a:bodyPr/>
          <a:lstStyle/>
          <a:p>
            <a:endParaRPr lang="en-US"/>
          </a:p>
        </p:txBody>
      </p:sp>
      <p:sp>
        <p:nvSpPr>
          <p:cNvPr id="6" name="Slide Number Placeholder 3"/>
          <p:cNvSpPr>
            <a:spLocks noGrp="1"/>
          </p:cNvSpPr>
          <p:nvPr>
            <p:ph type="sldNum" sz="quarter" idx="12"/>
          </p:nvPr>
        </p:nvSpPr>
        <p:spPr/>
        <p:txBody>
          <a:bodyPr/>
          <a:lstStyle/>
          <a:p>
            <a:fld id="{1E9B2745-037E-445D-9D71-370F0E5EDC45}" type="slidenum">
              <a:rPr lang="en-US" smtClean="0"/>
              <a:t>‹#›</a:t>
            </a:fld>
            <a:endParaRPr lang="en-US"/>
          </a:p>
        </p:txBody>
      </p:sp>
    </p:spTree>
    <p:extLst>
      <p:ext uri="{BB962C8B-B14F-4D97-AF65-F5344CB8AC3E}">
        <p14:creationId xmlns:p14="http://schemas.microsoft.com/office/powerpoint/2010/main" val="108561342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3" y="1447800"/>
            <a:ext cx="3401064" cy="1447800"/>
          </a:xfrm>
        </p:spPr>
        <p:txBody>
          <a:bodyPr anchor="b"/>
          <a:lstStyle>
            <a:lvl1pPr algn="l">
              <a:defRPr sz="2400" b="0"/>
            </a:lvl1pPr>
          </a:lstStyle>
          <a:p>
            <a:r>
              <a:rPr lang="en-US" smtClean="0"/>
              <a:t>Click to edit Master title style</a:t>
            </a:r>
            <a:endParaRPr lang="en-US" dirty="0"/>
          </a:p>
        </p:txBody>
      </p:sp>
      <p:sp>
        <p:nvSpPr>
          <p:cNvPr id="3" name="Content Placeholder 2"/>
          <p:cNvSpPr>
            <a:spLocks noGrp="1"/>
          </p:cNvSpPr>
          <p:nvPr>
            <p:ph idx="1"/>
          </p:nvPr>
        </p:nvSpPr>
        <p:spPr>
          <a:xfrm>
            <a:off x="4784616" y="1447800"/>
            <a:ext cx="5195997" cy="4572000"/>
          </a:xfrm>
        </p:spPr>
        <p:txBody>
          <a:bodyPr anchor="ctr">
            <a:normAutofit/>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Text Placeholder 3"/>
          <p:cNvSpPr>
            <a:spLocks noGrp="1"/>
          </p:cNvSpPr>
          <p:nvPr>
            <p:ph type="body" sz="half" idx="2"/>
          </p:nvPr>
        </p:nvSpPr>
        <p:spPr>
          <a:xfrm>
            <a:off x="1154953" y="3129280"/>
            <a:ext cx="3401063" cy="2895599"/>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7" name="Date Placeholder 4"/>
          <p:cNvSpPr>
            <a:spLocks noGrp="1"/>
          </p:cNvSpPr>
          <p:nvPr>
            <p:ph type="dt" sz="half" idx="10"/>
          </p:nvPr>
        </p:nvSpPr>
        <p:spPr/>
        <p:txBody>
          <a:bodyPr/>
          <a:lstStyle/>
          <a:p>
            <a:fld id="{00AFC816-D61A-4F5D-88B8-4E6F6AD20135}" type="datetimeFigureOut">
              <a:rPr lang="en-US" smtClean="0"/>
              <a:t>7/5/2025</a:t>
            </a:fld>
            <a:endParaRPr lang="en-US"/>
          </a:p>
        </p:txBody>
      </p:sp>
      <p:sp>
        <p:nvSpPr>
          <p:cNvPr id="5" name="Footer Placeholder 5"/>
          <p:cNvSpPr>
            <a:spLocks noGrp="1"/>
          </p:cNvSpPr>
          <p:nvPr>
            <p:ph type="ftr" sz="quarter" idx="11"/>
          </p:nvPr>
        </p:nvSpPr>
        <p:spPr/>
        <p:txBody>
          <a:bodyPr/>
          <a:lstStyle/>
          <a:p>
            <a:endParaRPr lang="en-US"/>
          </a:p>
        </p:txBody>
      </p:sp>
      <p:sp>
        <p:nvSpPr>
          <p:cNvPr id="6" name="Slide Number Placeholder 6"/>
          <p:cNvSpPr>
            <a:spLocks noGrp="1"/>
          </p:cNvSpPr>
          <p:nvPr>
            <p:ph type="sldNum" sz="quarter" idx="12"/>
          </p:nvPr>
        </p:nvSpPr>
        <p:spPr/>
        <p:txBody>
          <a:bodyPr/>
          <a:lstStyle/>
          <a:p>
            <a:fld id="{1E9B2745-037E-445D-9D71-370F0E5EDC45}" type="slidenum">
              <a:rPr lang="en-US" smtClean="0"/>
              <a:t>‹#›</a:t>
            </a:fld>
            <a:endParaRPr lang="en-US"/>
          </a:p>
        </p:txBody>
      </p:sp>
    </p:spTree>
    <p:extLst>
      <p:ext uri="{BB962C8B-B14F-4D97-AF65-F5344CB8AC3E}">
        <p14:creationId xmlns:p14="http://schemas.microsoft.com/office/powerpoint/2010/main" val="306414324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3907" y="1854192"/>
            <a:ext cx="5092906" cy="1574808"/>
          </a:xfrm>
        </p:spPr>
        <p:txBody>
          <a:bodyPr anchor="b">
            <a:normAutofit/>
          </a:bodyPr>
          <a:lstStyle>
            <a:lvl1pPr algn="l">
              <a:defRPr sz="3600" b="0"/>
            </a:lvl1pPr>
          </a:lstStyle>
          <a:p>
            <a:r>
              <a:rPr lang="en-US" smtClean="0"/>
              <a:t>Click to edit Master title style</a:t>
            </a:r>
            <a:endParaRPr lang="en-US" dirty="0"/>
          </a:p>
        </p:txBody>
      </p:sp>
      <p:sp>
        <p:nvSpPr>
          <p:cNvPr id="3" name="Picture Placeholder 2"/>
          <p:cNvSpPr>
            <a:spLocks noGrp="1" noChangeAspect="1"/>
          </p:cNvSpPr>
          <p:nvPr>
            <p:ph type="pic" idx="1"/>
          </p:nvPr>
        </p:nvSpPr>
        <p:spPr>
          <a:xfrm>
            <a:off x="6949546" y="1143000"/>
            <a:ext cx="3200400" cy="4572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4" name="Text Placeholder 3"/>
          <p:cNvSpPr>
            <a:spLocks noGrp="1"/>
          </p:cNvSpPr>
          <p:nvPr>
            <p:ph type="body" sz="half" idx="2"/>
          </p:nvPr>
        </p:nvSpPr>
        <p:spPr>
          <a:xfrm>
            <a:off x="1154954" y="3657600"/>
            <a:ext cx="5084979" cy="1371600"/>
          </a:xfrm>
        </p:spPr>
        <p:txBody>
          <a:bodyPr>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00AFC816-D61A-4F5D-88B8-4E6F6AD20135}" type="datetimeFigureOut">
              <a:rPr lang="en-US" smtClean="0"/>
              <a:t>7/5/2025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E9B2745-037E-445D-9D71-370F0E5EDC45}" type="slidenum">
              <a:rPr lang="en-US" smtClean="0"/>
              <a:t>‹#›</a:t>
            </a:fld>
            <a:endParaRPr lang="en-US"/>
          </a:p>
        </p:txBody>
      </p:sp>
    </p:spTree>
    <p:extLst>
      <p:ext uri="{BB962C8B-B14F-4D97-AF65-F5344CB8AC3E}">
        <p14:creationId xmlns:p14="http://schemas.microsoft.com/office/powerpoint/2010/main" val="128792926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6" y="4800587"/>
            <a:ext cx="8825657" cy="566738"/>
          </a:xfrm>
        </p:spPr>
        <p:txBody>
          <a:bodyPr anchor="b">
            <a:normAutofit/>
          </a:bodyPr>
          <a:lstStyle>
            <a:lvl1pPr algn="l">
              <a:defRPr sz="2400" b="0"/>
            </a:lvl1pPr>
          </a:lstStyle>
          <a:p>
            <a:r>
              <a:rPr lang="en-US" smtClean="0"/>
              <a:t>Click to edit Master title style</a:t>
            </a:r>
            <a:endParaRPr lang="en-US" dirty="0"/>
          </a:p>
        </p:txBody>
      </p:sp>
      <p:sp>
        <p:nvSpPr>
          <p:cNvPr id="3" name="Picture Placeholder 2"/>
          <p:cNvSpPr>
            <a:spLocks noGrp="1" noChangeAspect="1"/>
          </p:cNvSpPr>
          <p:nvPr>
            <p:ph type="pic" idx="1"/>
          </p:nvPr>
        </p:nvSpPr>
        <p:spPr>
          <a:xfrm>
            <a:off x="1154955" y="685800"/>
            <a:ext cx="8825658" cy="3640666"/>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4" name="Text Placeholder 3"/>
          <p:cNvSpPr>
            <a:spLocks noGrp="1"/>
          </p:cNvSpPr>
          <p:nvPr>
            <p:ph type="body" sz="half" idx="2"/>
          </p:nvPr>
        </p:nvSpPr>
        <p:spPr>
          <a:xfrm>
            <a:off x="1154956" y="5367325"/>
            <a:ext cx="8825656" cy="493712"/>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00AFC816-D61A-4F5D-88B8-4E6F6AD20135}" type="datetimeFigureOut">
              <a:rPr lang="en-US" smtClean="0"/>
              <a:t>7/5/2025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E9B2745-037E-445D-9D71-370F0E5EDC45}" type="slidenum">
              <a:rPr lang="en-US" smtClean="0"/>
              <a:t>‹#›</a:t>
            </a:fld>
            <a:endParaRPr lang="en-US"/>
          </a:p>
        </p:txBody>
      </p:sp>
    </p:spTree>
    <p:extLst>
      <p:ext uri="{BB962C8B-B14F-4D97-AF65-F5344CB8AC3E}">
        <p14:creationId xmlns:p14="http://schemas.microsoft.com/office/powerpoint/2010/main" val="150115020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4" y="1447800"/>
            <a:ext cx="8825659" cy="1981200"/>
          </a:xfrm>
        </p:spPr>
        <p:txBody>
          <a:bodyPr/>
          <a:lstStyle>
            <a:lvl1pPr>
              <a:defRPr sz="4800"/>
            </a:lvl1pPr>
          </a:lstStyle>
          <a:p>
            <a:r>
              <a:rPr lang="en-US" smtClean="0"/>
              <a:t>Click to edit Master title style</a:t>
            </a:r>
            <a:endParaRPr lang="en-US" dirty="0"/>
          </a:p>
        </p:txBody>
      </p:sp>
      <p:sp>
        <p:nvSpPr>
          <p:cNvPr id="8" name="Text Placeholder 3"/>
          <p:cNvSpPr>
            <a:spLocks noGrp="1"/>
          </p:cNvSpPr>
          <p:nvPr>
            <p:ph type="body" sz="half" idx="2"/>
          </p:nvPr>
        </p:nvSpPr>
        <p:spPr>
          <a:xfrm>
            <a:off x="1154954" y="3657600"/>
            <a:ext cx="8825659" cy="23622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00AFC816-D61A-4F5D-88B8-4E6F6AD20135}" type="datetimeFigureOut">
              <a:rPr lang="en-US" smtClean="0"/>
              <a:t>7/5/2025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E9B2745-037E-445D-9D71-370F0E5EDC45}" type="slidenum">
              <a:rPr lang="en-US" smtClean="0"/>
              <a:t>‹#›</a:t>
            </a:fld>
            <a:endParaRPr lang="en-US"/>
          </a:p>
        </p:txBody>
      </p:sp>
    </p:spTree>
    <p:extLst>
      <p:ext uri="{BB962C8B-B14F-4D97-AF65-F5344CB8AC3E}">
        <p14:creationId xmlns:p14="http://schemas.microsoft.com/office/powerpoint/2010/main" val="426248303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574801" y="1447800"/>
            <a:ext cx="7999315" cy="2323374"/>
          </a:xfrm>
        </p:spPr>
        <p:txBody>
          <a:bodyPr/>
          <a:lstStyle>
            <a:lvl1pPr>
              <a:defRPr sz="4800"/>
            </a:lvl1pPr>
          </a:lstStyle>
          <a:p>
            <a:r>
              <a:rPr lang="en-US" smtClean="0"/>
              <a:t>Click to edit Master title style</a:t>
            </a:r>
            <a:endParaRPr lang="en-US" dirty="0"/>
          </a:p>
        </p:txBody>
      </p:sp>
      <p:sp>
        <p:nvSpPr>
          <p:cNvPr id="11" name="Text Placeholder 3"/>
          <p:cNvSpPr>
            <a:spLocks noGrp="1"/>
          </p:cNvSpPr>
          <p:nvPr>
            <p:ph type="body" sz="half" idx="14"/>
          </p:nvPr>
        </p:nvSpPr>
        <p:spPr>
          <a:xfrm>
            <a:off x="1930400" y="3771174"/>
            <a:ext cx="7279649" cy="342174"/>
          </a:xfrm>
        </p:spPr>
        <p:txBody>
          <a:bodyPr vert="horz" lIns="91440" tIns="45720" rIns="91440" bIns="45720" rtlCol="0" anchor="t">
            <a:normAutofit/>
          </a:bodyPr>
          <a:lstStyle>
            <a:lvl1pPr marL="0" indent="0">
              <a:buNone/>
              <a:defRPr lang="en-US" sz="1400" b="0" i="0" kern="1200" cap="small" dirty="0">
                <a:solidFill>
                  <a:schemeClr val="bg2">
                    <a:lumMod val="40000"/>
                    <a:lumOff val="60000"/>
                  </a:schemeClr>
                </a:solidFill>
                <a:latin typeface="+mj-lt"/>
                <a:ea typeface="+mj-ea"/>
                <a:cs typeface="+mj-cs"/>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marL="0" lvl="0" indent="0">
              <a:buNone/>
            </a:pPr>
            <a:r>
              <a:rPr lang="en-US" smtClean="0"/>
              <a:t>Click to edit Master text styles</a:t>
            </a:r>
          </a:p>
        </p:txBody>
      </p:sp>
      <p:sp>
        <p:nvSpPr>
          <p:cNvPr id="10" name="Text Placeholder 3"/>
          <p:cNvSpPr>
            <a:spLocks noGrp="1"/>
          </p:cNvSpPr>
          <p:nvPr>
            <p:ph type="body" sz="half" idx="2"/>
          </p:nvPr>
        </p:nvSpPr>
        <p:spPr>
          <a:xfrm>
            <a:off x="1154954" y="4350657"/>
            <a:ext cx="8825659" cy="16764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00AFC816-D61A-4F5D-88B8-4E6F6AD20135}" type="datetimeFigureOut">
              <a:rPr lang="en-US" smtClean="0"/>
              <a:t>7/5/2025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E9B2745-037E-445D-9D71-370F0E5EDC45}" type="slidenum">
              <a:rPr lang="en-US" smtClean="0"/>
              <a:t>‹#›</a:t>
            </a:fld>
            <a:endParaRPr lang="en-US"/>
          </a:p>
        </p:txBody>
      </p:sp>
      <p:sp>
        <p:nvSpPr>
          <p:cNvPr id="12" name="TextBox 11"/>
          <p:cNvSpPr txBox="1"/>
          <p:nvPr/>
        </p:nvSpPr>
        <p:spPr>
          <a:xfrm>
            <a:off x="898295" y="971253"/>
            <a:ext cx="801912" cy="1969770"/>
          </a:xfrm>
          <a:prstGeom prst="rect">
            <a:avLst/>
          </a:prstGeom>
          <a:noFill/>
        </p:spPr>
        <p:txBody>
          <a:bodyPr wrap="square" rtlCol="0">
            <a:spAutoFit/>
          </a:bodyPr>
          <a:lstStyle>
            <a:defPPr>
              <a:defRPr lang="en-US"/>
            </a:defPPr>
            <a:lvl1pPr algn="r">
              <a:defRPr sz="12200" b="0" i="0">
                <a:solidFill>
                  <a:schemeClr val="bg2">
                    <a:lumMod val="40000"/>
                    <a:lumOff val="60000"/>
                  </a:schemeClr>
                </a:solidFill>
                <a:latin typeface="Arial"/>
                <a:ea typeface="+mj-ea"/>
                <a:cs typeface="+mj-cs"/>
              </a:defRPr>
            </a:lvl1pPr>
          </a:lstStyle>
          <a:p>
            <a:pPr lvl="0"/>
            <a:r>
              <a:rPr lang="en-US" dirty="0"/>
              <a:t>“</a:t>
            </a:r>
          </a:p>
        </p:txBody>
      </p:sp>
      <p:sp>
        <p:nvSpPr>
          <p:cNvPr id="15" name="TextBox 14"/>
          <p:cNvSpPr txBox="1"/>
          <p:nvPr/>
        </p:nvSpPr>
        <p:spPr>
          <a:xfrm>
            <a:off x="9330490" y="2613787"/>
            <a:ext cx="801912" cy="1969770"/>
          </a:xfrm>
          <a:prstGeom prst="rect">
            <a:avLst/>
          </a:prstGeom>
          <a:noFill/>
        </p:spPr>
        <p:txBody>
          <a:bodyPr wrap="square" rtlCol="0">
            <a:spAutoFit/>
          </a:bodyPr>
          <a:lstStyle>
            <a:defPPr>
              <a:defRPr lang="en-US"/>
            </a:defPPr>
            <a:lvl1pPr algn="r">
              <a:defRPr sz="12200" b="0" i="0">
                <a:solidFill>
                  <a:schemeClr val="bg2">
                    <a:lumMod val="40000"/>
                    <a:lumOff val="60000"/>
                  </a:schemeClr>
                </a:solidFill>
                <a:latin typeface="Arial"/>
                <a:ea typeface="+mj-ea"/>
                <a:cs typeface="+mj-cs"/>
              </a:defRPr>
            </a:lvl1pPr>
          </a:lstStyle>
          <a:p>
            <a:pPr lvl="0"/>
            <a:r>
              <a:rPr lang="en-US" dirty="0"/>
              <a:t>”</a:t>
            </a:r>
          </a:p>
        </p:txBody>
      </p:sp>
    </p:spTree>
    <p:extLst>
      <p:ext uri="{BB962C8B-B14F-4D97-AF65-F5344CB8AC3E}">
        <p14:creationId xmlns:p14="http://schemas.microsoft.com/office/powerpoint/2010/main" val="340298255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154954" y="3124201"/>
            <a:ext cx="8825660" cy="1653180"/>
          </a:xfrm>
        </p:spPr>
        <p:txBody>
          <a:bodyPr anchor="b"/>
          <a:lstStyle>
            <a:lvl1pPr algn="l">
              <a:defRPr sz="4000" b="0" cap="none"/>
            </a:lvl1pPr>
          </a:lstStyle>
          <a:p>
            <a:r>
              <a:rPr lang="en-US" smtClean="0"/>
              <a:t>Click to edit Master title style</a:t>
            </a:r>
            <a:endParaRPr lang="en-US" dirty="0"/>
          </a:p>
        </p:txBody>
      </p:sp>
      <p:sp>
        <p:nvSpPr>
          <p:cNvPr id="3" name="Text Placeholder 2"/>
          <p:cNvSpPr>
            <a:spLocks noGrp="1"/>
          </p:cNvSpPr>
          <p:nvPr>
            <p:ph type="body" idx="1"/>
          </p:nvPr>
        </p:nvSpPr>
        <p:spPr>
          <a:xfrm>
            <a:off x="1154954" y="4777381"/>
            <a:ext cx="8825659" cy="860400"/>
          </a:xfrm>
        </p:spPr>
        <p:txBody>
          <a:bodyPr anchor="t"/>
          <a:lstStyle>
            <a:lvl1pPr marL="0" indent="0" algn="l">
              <a:buNone/>
              <a:defRPr sz="2000" cap="none">
                <a:solidFill>
                  <a:schemeClr val="bg2">
                    <a:lumMod val="40000"/>
                    <a:lumOff val="6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00AFC816-D61A-4F5D-88B8-4E6F6AD20135}" type="datetimeFigureOut">
              <a:rPr lang="en-US" smtClean="0"/>
              <a:t>7/5/2025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E9B2745-037E-445D-9D71-370F0E5EDC45}" type="slidenum">
              <a:rPr lang="en-US" smtClean="0"/>
              <a:t>‹#›</a:t>
            </a:fld>
            <a:endParaRPr lang="en-US"/>
          </a:p>
        </p:txBody>
      </p:sp>
    </p:spTree>
    <p:extLst>
      <p:ext uri="{BB962C8B-B14F-4D97-AF65-F5344CB8AC3E}">
        <p14:creationId xmlns:p14="http://schemas.microsoft.com/office/powerpoint/2010/main" val="338119156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4200"/>
            </a:lvl1pPr>
          </a:lstStyle>
          <a:p>
            <a:r>
              <a:rPr lang="en-US" smtClean="0"/>
              <a:t>Click to edit Master title style</a:t>
            </a:r>
            <a:endParaRPr lang="en-US" dirty="0"/>
          </a:p>
        </p:txBody>
      </p:sp>
      <p:sp>
        <p:nvSpPr>
          <p:cNvPr id="3" name="Text Placeholder 2"/>
          <p:cNvSpPr>
            <a:spLocks noGrp="1"/>
          </p:cNvSpPr>
          <p:nvPr>
            <p:ph type="body" idx="1"/>
          </p:nvPr>
        </p:nvSpPr>
        <p:spPr>
          <a:xfrm>
            <a:off x="632947" y="1981200"/>
            <a:ext cx="2946866"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16" name="Text Placeholder 3"/>
          <p:cNvSpPr>
            <a:spLocks noGrp="1"/>
          </p:cNvSpPr>
          <p:nvPr>
            <p:ph type="body" sz="half" idx="15"/>
          </p:nvPr>
        </p:nvSpPr>
        <p:spPr>
          <a:xfrm>
            <a:off x="652463" y="2667000"/>
            <a:ext cx="2927350"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Text Placeholder 4"/>
          <p:cNvSpPr>
            <a:spLocks noGrp="1"/>
          </p:cNvSpPr>
          <p:nvPr>
            <p:ph type="body" sz="quarter" idx="3"/>
          </p:nvPr>
        </p:nvSpPr>
        <p:spPr>
          <a:xfrm>
            <a:off x="3883659" y="1981200"/>
            <a:ext cx="2936241"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19" name="Text Placeholder 3"/>
          <p:cNvSpPr>
            <a:spLocks noGrp="1"/>
          </p:cNvSpPr>
          <p:nvPr>
            <p:ph type="body" sz="half" idx="16"/>
          </p:nvPr>
        </p:nvSpPr>
        <p:spPr>
          <a:xfrm>
            <a:off x="3873106" y="2667000"/>
            <a:ext cx="2946794"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14" name="Text Placeholder 4"/>
          <p:cNvSpPr>
            <a:spLocks noGrp="1"/>
          </p:cNvSpPr>
          <p:nvPr>
            <p:ph type="body" sz="quarter" idx="13"/>
          </p:nvPr>
        </p:nvSpPr>
        <p:spPr>
          <a:xfrm>
            <a:off x="7124700" y="1981200"/>
            <a:ext cx="2932113"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20" name="Text Placeholder 3"/>
          <p:cNvSpPr>
            <a:spLocks noGrp="1"/>
          </p:cNvSpPr>
          <p:nvPr>
            <p:ph type="body" sz="half" idx="17"/>
          </p:nvPr>
        </p:nvSpPr>
        <p:spPr>
          <a:xfrm>
            <a:off x="7124700" y="2667000"/>
            <a:ext cx="2932113"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cxnSp>
        <p:nvCxnSpPr>
          <p:cNvPr id="17" name="Straight Connector 16"/>
          <p:cNvCxnSpPr/>
          <p:nvPr/>
        </p:nvCxnSpPr>
        <p:spPr>
          <a:xfrm>
            <a:off x="3726142" y="2133600"/>
            <a:ext cx="0" cy="3962400"/>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cxnSp>
        <p:nvCxnSpPr>
          <p:cNvPr id="18" name="Straight Connector 17"/>
          <p:cNvCxnSpPr/>
          <p:nvPr/>
        </p:nvCxnSpPr>
        <p:spPr>
          <a:xfrm>
            <a:off x="6962227" y="2133600"/>
            <a:ext cx="0" cy="3966882"/>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3"/>
          <p:cNvSpPr>
            <a:spLocks noGrp="1"/>
          </p:cNvSpPr>
          <p:nvPr>
            <p:ph type="dt" sz="half" idx="10"/>
          </p:nvPr>
        </p:nvSpPr>
        <p:spPr/>
        <p:txBody>
          <a:bodyPr/>
          <a:lstStyle/>
          <a:p>
            <a:fld id="{00AFC816-D61A-4F5D-88B8-4E6F6AD20135}" type="datetimeFigureOut">
              <a:rPr lang="en-US" smtClean="0"/>
              <a:t>7/5/2025</a:t>
            </a:fld>
            <a:endParaRPr lang="en-US"/>
          </a:p>
        </p:txBody>
      </p:sp>
      <p:sp>
        <p:nvSpPr>
          <p:cNvPr id="4"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E9B2745-037E-445D-9D71-370F0E5EDC45}" type="slidenum">
              <a:rPr lang="en-US" smtClean="0"/>
              <a:t>‹#›</a:t>
            </a:fld>
            <a:endParaRPr lang="en-US"/>
          </a:p>
        </p:txBody>
      </p:sp>
    </p:spTree>
    <p:extLst>
      <p:ext uri="{BB962C8B-B14F-4D97-AF65-F5344CB8AC3E}">
        <p14:creationId xmlns:p14="http://schemas.microsoft.com/office/powerpoint/2010/main" val="302241090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4200"/>
            </a:lvl1pPr>
          </a:lstStyle>
          <a:p>
            <a:r>
              <a:rPr lang="en-US" smtClean="0"/>
              <a:t>Click to edit Master title style</a:t>
            </a:r>
            <a:endParaRPr lang="en-US" dirty="0"/>
          </a:p>
        </p:txBody>
      </p:sp>
      <p:sp>
        <p:nvSpPr>
          <p:cNvPr id="3" name="Text Placeholder 2"/>
          <p:cNvSpPr>
            <a:spLocks noGrp="1"/>
          </p:cNvSpPr>
          <p:nvPr>
            <p:ph type="body" idx="1"/>
          </p:nvPr>
        </p:nvSpPr>
        <p:spPr>
          <a:xfrm>
            <a:off x="652463" y="4250949"/>
            <a:ext cx="2940050"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29" name="Picture Placeholder 2"/>
          <p:cNvSpPr>
            <a:spLocks noGrp="1" noChangeAspect="1"/>
          </p:cNvSpPr>
          <p:nvPr>
            <p:ph type="pic" idx="15"/>
          </p:nvPr>
        </p:nvSpPr>
        <p:spPr>
          <a:xfrm>
            <a:off x="652463" y="2209800"/>
            <a:ext cx="2940050"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22" name="Text Placeholder 3"/>
          <p:cNvSpPr>
            <a:spLocks noGrp="1"/>
          </p:cNvSpPr>
          <p:nvPr>
            <p:ph type="body" sz="half" idx="18"/>
          </p:nvPr>
        </p:nvSpPr>
        <p:spPr>
          <a:xfrm>
            <a:off x="652463" y="4827211"/>
            <a:ext cx="2940050"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Text Placeholder 4"/>
          <p:cNvSpPr>
            <a:spLocks noGrp="1"/>
          </p:cNvSpPr>
          <p:nvPr>
            <p:ph type="body" sz="quarter" idx="3"/>
          </p:nvPr>
        </p:nvSpPr>
        <p:spPr>
          <a:xfrm>
            <a:off x="3889375" y="4250949"/>
            <a:ext cx="2930525"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30" name="Picture Placeholder 2"/>
          <p:cNvSpPr>
            <a:spLocks noGrp="1" noChangeAspect="1"/>
          </p:cNvSpPr>
          <p:nvPr>
            <p:ph type="pic" idx="21"/>
          </p:nvPr>
        </p:nvSpPr>
        <p:spPr>
          <a:xfrm>
            <a:off x="3889374" y="2209800"/>
            <a:ext cx="2930525"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23" name="Text Placeholder 3"/>
          <p:cNvSpPr>
            <a:spLocks noGrp="1"/>
          </p:cNvSpPr>
          <p:nvPr>
            <p:ph type="body" sz="half" idx="19"/>
          </p:nvPr>
        </p:nvSpPr>
        <p:spPr>
          <a:xfrm>
            <a:off x="3888022" y="4827210"/>
            <a:ext cx="2934406"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14" name="Text Placeholder 4"/>
          <p:cNvSpPr>
            <a:spLocks noGrp="1"/>
          </p:cNvSpPr>
          <p:nvPr>
            <p:ph type="body" sz="quarter" idx="13"/>
          </p:nvPr>
        </p:nvSpPr>
        <p:spPr>
          <a:xfrm>
            <a:off x="7124700" y="4250949"/>
            <a:ext cx="2932113"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31" name="Picture Placeholder 2"/>
          <p:cNvSpPr>
            <a:spLocks noGrp="1" noChangeAspect="1"/>
          </p:cNvSpPr>
          <p:nvPr>
            <p:ph type="pic" idx="22"/>
          </p:nvPr>
        </p:nvSpPr>
        <p:spPr>
          <a:xfrm>
            <a:off x="7124699" y="2209800"/>
            <a:ext cx="2932113"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24" name="Text Placeholder 3"/>
          <p:cNvSpPr>
            <a:spLocks noGrp="1"/>
          </p:cNvSpPr>
          <p:nvPr>
            <p:ph type="body" sz="half" idx="20"/>
          </p:nvPr>
        </p:nvSpPr>
        <p:spPr>
          <a:xfrm>
            <a:off x="7124575" y="4827208"/>
            <a:ext cx="2935997"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cxnSp>
        <p:nvCxnSpPr>
          <p:cNvPr id="19" name="Straight Connector 18"/>
          <p:cNvCxnSpPr/>
          <p:nvPr/>
        </p:nvCxnSpPr>
        <p:spPr>
          <a:xfrm>
            <a:off x="3726142" y="2133600"/>
            <a:ext cx="0" cy="3962400"/>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a:off x="6962227" y="2133600"/>
            <a:ext cx="0" cy="3966882"/>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3"/>
          <p:cNvSpPr>
            <a:spLocks noGrp="1"/>
          </p:cNvSpPr>
          <p:nvPr>
            <p:ph type="dt" sz="half" idx="10"/>
          </p:nvPr>
        </p:nvSpPr>
        <p:spPr/>
        <p:txBody>
          <a:bodyPr/>
          <a:lstStyle/>
          <a:p>
            <a:fld id="{00AFC816-D61A-4F5D-88B8-4E6F6AD20135}" type="datetimeFigureOut">
              <a:rPr lang="en-US" smtClean="0"/>
              <a:t>7/5/2025</a:t>
            </a:fld>
            <a:endParaRPr lang="en-US"/>
          </a:p>
        </p:txBody>
      </p:sp>
      <p:sp>
        <p:nvSpPr>
          <p:cNvPr id="4"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E9B2745-037E-445D-9D71-370F0E5EDC45}" type="slidenum">
              <a:rPr lang="en-US" smtClean="0"/>
              <a:t>‹#›</a:t>
            </a:fld>
            <a:endParaRPr lang="en-US"/>
          </a:p>
        </p:txBody>
      </p:sp>
    </p:spTree>
    <p:extLst>
      <p:ext uri="{BB962C8B-B14F-4D97-AF65-F5344CB8AC3E}">
        <p14:creationId xmlns:p14="http://schemas.microsoft.com/office/powerpoint/2010/main" val="270675006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Vertical Text Placeholder 2"/>
          <p:cNvSpPr>
            <a:spLocks noGrp="1"/>
          </p:cNvSpPr>
          <p:nvPr>
            <p:ph type="body" orient="vert" idx="1"/>
          </p:nvPr>
        </p:nvSpPr>
        <p:spPr/>
        <p:txBody>
          <a:bodyPr vert="eaVert" anchor="t" anchorCtr="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00AFC816-D61A-4F5D-88B8-4E6F6AD20135}" type="datetimeFigureOut">
              <a:rPr lang="en-US" smtClean="0"/>
              <a:t>7/5/2025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E9B2745-037E-445D-9D71-370F0E5EDC45}" type="slidenum">
              <a:rPr lang="en-US" smtClean="0"/>
              <a:t>‹#›</a:t>
            </a:fld>
            <a:endParaRPr lang="en-US"/>
          </a:p>
        </p:txBody>
      </p:sp>
    </p:spTree>
    <p:extLst>
      <p:ext uri="{BB962C8B-B14F-4D97-AF65-F5344CB8AC3E}">
        <p14:creationId xmlns:p14="http://schemas.microsoft.com/office/powerpoint/2010/main" val="117308737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304212" y="430213"/>
            <a:ext cx="1752601" cy="5826125"/>
          </a:xfrm>
        </p:spPr>
        <p:txBody>
          <a:bodyPr vert="eaVert" anchor="b" anchorCtr="0"/>
          <a:lstStyle/>
          <a:p>
            <a:r>
              <a:rPr lang="en-US" smtClean="0"/>
              <a:t>Click to edit Master title style</a:t>
            </a:r>
            <a:endParaRPr lang="en-US" dirty="0"/>
          </a:p>
        </p:txBody>
      </p:sp>
      <p:sp>
        <p:nvSpPr>
          <p:cNvPr id="3" name="Vertical Text Placeholder 2"/>
          <p:cNvSpPr>
            <a:spLocks noGrp="1"/>
          </p:cNvSpPr>
          <p:nvPr>
            <p:ph type="body" orient="vert" idx="1"/>
          </p:nvPr>
        </p:nvSpPr>
        <p:spPr>
          <a:xfrm>
            <a:off x="652463" y="887414"/>
            <a:ext cx="7423149" cy="5368924"/>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00AFC816-D61A-4F5D-88B8-4E6F6AD20135}" type="datetimeFigureOut">
              <a:rPr lang="en-US" smtClean="0"/>
              <a:t>7/5/2025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E9B2745-037E-445D-9D71-370F0E5EDC45}" type="slidenum">
              <a:rPr lang="en-US" smtClean="0"/>
              <a:t>‹#›</a:t>
            </a:fld>
            <a:endParaRPr lang="en-US"/>
          </a:p>
        </p:txBody>
      </p:sp>
    </p:spTree>
    <p:extLst>
      <p:ext uri="{BB962C8B-B14F-4D97-AF65-F5344CB8AC3E}">
        <p14:creationId xmlns:p14="http://schemas.microsoft.com/office/powerpoint/2010/main" val="284233781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21" Type="http://schemas.openxmlformats.org/officeDocument/2006/relationships/image" Target="../media/image4.pn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image" Target="../media/image5.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8" name="Picture 7"/>
          <p:cNvPicPr>
            <a:picLocks noChangeAspect="1"/>
          </p:cNvPicPr>
          <p:nvPr/>
        </p:nvPicPr>
        <p:blipFill rotWithShape="1">
          <a:blip r:embed="rId19">
            <a:extLst>
              <a:ext uri="{28A0092B-C50C-407E-A947-70E740481C1C}">
                <a14:useLocalDpi xmlns:a14="http://schemas.microsoft.com/office/drawing/2010/main" val="0"/>
              </a:ext>
            </a:extLst>
          </a:blip>
          <a:srcRect l="3613"/>
          <a:stretch/>
        </p:blipFill>
        <p:spPr>
          <a:xfrm>
            <a:off x="0" y="2669685"/>
            <a:ext cx="4037012" cy="4188315"/>
          </a:xfrm>
          <a:prstGeom prst="rect">
            <a:avLst/>
          </a:prstGeom>
        </p:spPr>
      </p:pic>
      <p:pic>
        <p:nvPicPr>
          <p:cNvPr id="7" name="Picture 6"/>
          <p:cNvPicPr>
            <a:picLocks noChangeAspect="1"/>
          </p:cNvPicPr>
          <p:nvPr/>
        </p:nvPicPr>
        <p:blipFill rotWithShape="1">
          <a:blip r:embed="rId20">
            <a:extLst>
              <a:ext uri="{28A0092B-C50C-407E-A947-70E740481C1C}">
                <a14:useLocalDpi xmlns:a14="http://schemas.microsoft.com/office/drawing/2010/main" val="0"/>
              </a:ext>
            </a:extLst>
          </a:blip>
          <a:srcRect l="35640"/>
          <a:stretch/>
        </p:blipFill>
        <p:spPr>
          <a:xfrm>
            <a:off x="0" y="2892347"/>
            <a:ext cx="1522412" cy="2365453"/>
          </a:xfrm>
          <a:prstGeom prst="rect">
            <a:avLst/>
          </a:prstGeom>
        </p:spPr>
      </p:pic>
      <p:sp>
        <p:nvSpPr>
          <p:cNvPr id="16" name="Oval 15"/>
          <p:cNvSpPr/>
          <p:nvPr/>
        </p:nvSpPr>
        <p:spPr>
          <a:xfrm>
            <a:off x="8609012" y="1676400"/>
            <a:ext cx="2819400" cy="2819400"/>
          </a:xfrm>
          <a:prstGeom prst="ellipse">
            <a:avLst/>
          </a:prstGeom>
          <a:gradFill flip="none" rotWithShape="1">
            <a:gsLst>
              <a:gs pos="0">
                <a:schemeClr val="bg2">
                  <a:lumMod val="60000"/>
                  <a:lumOff val="40000"/>
                  <a:alpha val="7000"/>
                </a:schemeClr>
              </a:gs>
              <a:gs pos="69000">
                <a:schemeClr val="bg2">
                  <a:lumMod val="60000"/>
                  <a:lumOff val="40000"/>
                  <a:alpha val="0"/>
                </a:schemeClr>
              </a:gs>
              <a:gs pos="36000">
                <a:schemeClr val="bg2">
                  <a:lumMod val="60000"/>
                  <a:lumOff val="40000"/>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pic>
        <p:nvPicPr>
          <p:cNvPr id="9" name="Picture 8"/>
          <p:cNvPicPr>
            <a:picLocks noChangeAspect="1"/>
          </p:cNvPicPr>
          <p:nvPr/>
        </p:nvPicPr>
        <p:blipFill rotWithShape="1">
          <a:blip r:embed="rId21">
            <a:extLst>
              <a:ext uri="{28A0092B-C50C-407E-A947-70E740481C1C}">
                <a14:useLocalDpi xmlns:a14="http://schemas.microsoft.com/office/drawing/2010/main" val="0"/>
              </a:ext>
            </a:extLst>
          </a:blip>
          <a:srcRect t="28813"/>
          <a:stretch/>
        </p:blipFill>
        <p:spPr>
          <a:xfrm>
            <a:off x="7999412" y="0"/>
            <a:ext cx="1603387" cy="1141407"/>
          </a:xfrm>
          <a:prstGeom prst="rect">
            <a:avLst/>
          </a:prstGeom>
        </p:spPr>
      </p:pic>
      <p:pic>
        <p:nvPicPr>
          <p:cNvPr id="10" name="Picture 9"/>
          <p:cNvPicPr>
            <a:picLocks noChangeAspect="1"/>
          </p:cNvPicPr>
          <p:nvPr/>
        </p:nvPicPr>
        <p:blipFill rotWithShape="1">
          <a:blip r:embed="rId22">
            <a:extLst>
              <a:ext uri="{28A0092B-C50C-407E-A947-70E740481C1C}">
                <a14:useLocalDpi xmlns:a14="http://schemas.microsoft.com/office/drawing/2010/main" val="0"/>
              </a:ext>
            </a:extLst>
          </a:blip>
          <a:srcRect b="23320"/>
          <a:stretch/>
        </p:blipFill>
        <p:spPr>
          <a:xfrm>
            <a:off x="8605878" y="6096000"/>
            <a:ext cx="993734" cy="762000"/>
          </a:xfrm>
          <a:prstGeom prst="rect">
            <a:avLst/>
          </a:prstGeom>
        </p:spPr>
      </p:pic>
      <p:sp>
        <p:nvSpPr>
          <p:cNvPr id="14" name="Rectangle 13"/>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2" name="Title Placeholder 1"/>
          <p:cNvSpPr>
            <a:spLocks noGrp="1"/>
          </p:cNvSpPr>
          <p:nvPr>
            <p:ph type="title"/>
          </p:nvPr>
        </p:nvSpPr>
        <p:spPr>
          <a:xfrm>
            <a:off x="646111" y="452718"/>
            <a:ext cx="9404723" cy="1400530"/>
          </a:xfrm>
          <a:prstGeom prst="rect">
            <a:avLst/>
          </a:prstGeom>
        </p:spPr>
        <p:txBody>
          <a:bodyPr vert="horz" lIns="91440" tIns="45720" rIns="91440" bIns="45720" rtlCol="0" anchor="t">
            <a:noAutofit/>
          </a:bodyPr>
          <a:lstStyle/>
          <a:p>
            <a:r>
              <a:rPr lang="en-US" smtClean="0"/>
              <a:t>Click to edit Master title style</a:t>
            </a:r>
            <a:endParaRPr lang="en-US" dirty="0"/>
          </a:p>
        </p:txBody>
      </p:sp>
      <p:sp>
        <p:nvSpPr>
          <p:cNvPr id="3" name="Text Placeholder 2"/>
          <p:cNvSpPr>
            <a:spLocks noGrp="1"/>
          </p:cNvSpPr>
          <p:nvPr>
            <p:ph type="body" idx="1"/>
          </p:nvPr>
        </p:nvSpPr>
        <p:spPr>
          <a:xfrm>
            <a:off x="1103312" y="2052918"/>
            <a:ext cx="8946541" cy="4195481"/>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2"/>
          </p:nvPr>
        </p:nvSpPr>
        <p:spPr>
          <a:xfrm rot="5400000">
            <a:off x="10155639" y="1790701"/>
            <a:ext cx="990599" cy="304799"/>
          </a:xfrm>
          <a:prstGeom prst="rect">
            <a:avLst/>
          </a:prstGeom>
        </p:spPr>
        <p:txBody>
          <a:bodyPr vert="horz" lIns="91440" tIns="45720" rIns="91440" bIns="45720" rtlCol="0" anchor="t"/>
          <a:lstStyle>
            <a:lvl1pPr algn="l">
              <a:defRPr sz="1100" b="0" i="0">
                <a:solidFill>
                  <a:schemeClr val="tx1">
                    <a:tint val="75000"/>
                    <a:alpha val="60000"/>
                  </a:schemeClr>
                </a:solidFill>
              </a:defRPr>
            </a:lvl1pPr>
          </a:lstStyle>
          <a:p>
            <a:fld id="{00AFC816-D61A-4F5D-88B8-4E6F6AD20135}" type="datetimeFigureOut">
              <a:rPr lang="en-US" smtClean="0"/>
              <a:t>7/5/2025</a:t>
            </a:fld>
            <a:endParaRPr lang="en-US"/>
          </a:p>
        </p:txBody>
      </p:sp>
      <p:sp>
        <p:nvSpPr>
          <p:cNvPr id="5" name="Footer Placeholder 4"/>
          <p:cNvSpPr>
            <a:spLocks noGrp="1"/>
          </p:cNvSpPr>
          <p:nvPr>
            <p:ph type="ftr" sz="quarter" idx="3"/>
          </p:nvPr>
        </p:nvSpPr>
        <p:spPr>
          <a:xfrm rot="5400000">
            <a:off x="8951573" y="3225297"/>
            <a:ext cx="3859795" cy="304801"/>
          </a:xfrm>
          <a:prstGeom prst="rect">
            <a:avLst/>
          </a:prstGeom>
        </p:spPr>
        <p:txBody>
          <a:bodyPr vert="horz" lIns="91440" tIns="45720" rIns="91440" bIns="45720" rtlCol="0" anchor="b"/>
          <a:lstStyle>
            <a:lvl1pPr algn="l">
              <a:defRPr sz="1100" b="0" i="0">
                <a:solidFill>
                  <a:schemeClr val="tx1">
                    <a:tint val="75000"/>
                    <a:alpha val="60000"/>
                  </a:schemeClr>
                </a:solidFill>
              </a:defRPr>
            </a:lvl1pPr>
          </a:lstStyle>
          <a:p>
            <a:endParaRPr lang="en-US"/>
          </a:p>
        </p:txBody>
      </p:sp>
      <p:sp>
        <p:nvSpPr>
          <p:cNvPr id="6" name="Slide Number Placeholder 5"/>
          <p:cNvSpPr>
            <a:spLocks noGrp="1"/>
          </p:cNvSpPr>
          <p:nvPr>
            <p:ph type="sldNum" sz="quarter" idx="4"/>
          </p:nvPr>
        </p:nvSpPr>
        <p:spPr bwMode="gray">
          <a:xfrm>
            <a:off x="10352540" y="295729"/>
            <a:ext cx="838199" cy="767687"/>
          </a:xfrm>
          <a:prstGeom prst="rect">
            <a:avLst/>
          </a:prstGeom>
        </p:spPr>
        <p:txBody>
          <a:bodyPr vert="horz" lIns="91440" tIns="45720" rIns="91440" bIns="45720" rtlCol="0" anchor="b"/>
          <a:lstStyle>
            <a:lvl1pPr algn="ctr">
              <a:defRPr sz="2800" b="0" i="0">
                <a:solidFill>
                  <a:schemeClr val="tx1">
                    <a:tint val="75000"/>
                  </a:schemeClr>
                </a:solidFill>
              </a:defRPr>
            </a:lvl1pPr>
          </a:lstStyle>
          <a:p>
            <a:fld id="{1E9B2745-037E-445D-9D71-370F0E5EDC45}" type="slidenum">
              <a:rPr lang="en-US" smtClean="0"/>
              <a:t>‹#›</a:t>
            </a:fld>
            <a:endParaRPr lang="en-US"/>
          </a:p>
        </p:txBody>
      </p:sp>
    </p:spTree>
    <p:extLst>
      <p:ext uri="{BB962C8B-B14F-4D97-AF65-F5344CB8AC3E}">
        <p14:creationId xmlns:p14="http://schemas.microsoft.com/office/powerpoint/2010/main" val="2315818822"/>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p:txStyles>
    <p:titleStyle>
      <a:lvl1pPr algn="l" defTabSz="457200" rtl="0" eaLnBrk="1" latinLnBrk="0" hangingPunct="1">
        <a:spcBef>
          <a:spcPct val="0"/>
        </a:spcBef>
        <a:buNone/>
        <a:defRPr sz="4200" b="0" i="0" kern="1200">
          <a:solidFill>
            <a:schemeClr val="tx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2000" b="0" i="0" kern="1200">
          <a:solidFill>
            <a:schemeClr val="tx1"/>
          </a:solidFill>
          <a:latin typeface="+mj-lt"/>
          <a:ea typeface="+mj-ea"/>
          <a:cs typeface="+mj-cs"/>
        </a:defRPr>
      </a:lvl1pPr>
      <a:lvl2pPr marL="742950" indent="-28575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800" b="0" i="0" kern="1200">
          <a:solidFill>
            <a:schemeClr val="tx1"/>
          </a:solidFill>
          <a:latin typeface="+mj-lt"/>
          <a:ea typeface="+mj-ea"/>
          <a:cs typeface="+mj-cs"/>
        </a:defRPr>
      </a:lvl2pPr>
      <a:lvl3pPr marL="1143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600" b="0" i="0" kern="1200">
          <a:solidFill>
            <a:schemeClr val="tx1"/>
          </a:solidFill>
          <a:latin typeface="+mj-lt"/>
          <a:ea typeface="+mj-ea"/>
          <a:cs typeface="+mj-cs"/>
        </a:defRPr>
      </a:lvl3pPr>
      <a:lvl4pPr marL="1600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4pPr>
      <a:lvl5pPr marL="20574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5pPr>
      <a:lvl6pPr marL="2506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6pPr>
      <a:lvl7pPr marL="29718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7pPr>
      <a:lvl8pPr marL="3429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8pPr>
      <a:lvl9pPr marL="3886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jp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hyperlink" Target="https://eugene-mbayire.github.io/Eugene_Mbayire_story/" TargetMode="External"/><Relationship Id="rId2" Type="http://schemas.openxmlformats.org/officeDocument/2006/relationships/hyperlink" Target="mailto:eugenembayire@gmail.com" TargetMode="External"/><Relationship Id="rId1" Type="http://schemas.openxmlformats.org/officeDocument/2006/relationships/slideLayout" Target="../slideLayouts/slideLayout2.xml"/><Relationship Id="rId4"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2456215" y="78904"/>
            <a:ext cx="8825658" cy="3311996"/>
          </a:xfrm>
        </p:spPr>
        <p:txBody>
          <a:bodyPr/>
          <a:lstStyle/>
          <a:p>
            <a:r>
              <a:rPr lang="en-US" sz="4800" b="1" dirty="0"/>
              <a:t>🌍 Why You Should Own a Life Story </a:t>
            </a:r>
            <a:r>
              <a:rPr lang="en-US" sz="4800" b="1" dirty="0" smtClean="0"/>
              <a:t>Website?</a:t>
            </a:r>
            <a:br>
              <a:rPr lang="en-US" sz="4800" b="1" dirty="0" smtClean="0"/>
            </a:br>
            <a:r>
              <a:rPr lang="en-US" sz="4800" b="1" dirty="0" smtClean="0"/>
              <a:t/>
            </a:r>
            <a:br>
              <a:rPr lang="en-US" sz="4800" b="1" dirty="0" smtClean="0"/>
            </a:br>
            <a:r>
              <a:rPr lang="en-US" sz="2400" b="1" dirty="0" smtClean="0">
                <a:solidFill>
                  <a:schemeClr val="accent5">
                    <a:lumMod val="60000"/>
                    <a:lumOff val="40000"/>
                  </a:schemeClr>
                </a:solidFill>
              </a:rPr>
              <a:t>By </a:t>
            </a:r>
            <a:r>
              <a:rPr lang="en-US" sz="2400" b="1" dirty="0" smtClean="0">
                <a:solidFill>
                  <a:schemeClr val="accent5">
                    <a:lumMod val="60000"/>
                    <a:lumOff val="40000"/>
                  </a:schemeClr>
                </a:solidFill>
              </a:rPr>
              <a:t>Eugene </a:t>
            </a:r>
            <a:r>
              <a:rPr lang="en-US" sz="2400" b="1" dirty="0" err="1" smtClean="0">
                <a:solidFill>
                  <a:schemeClr val="accent5">
                    <a:lumMod val="60000"/>
                    <a:lumOff val="40000"/>
                  </a:schemeClr>
                </a:solidFill>
              </a:rPr>
              <a:t>Mbayire</a:t>
            </a:r>
            <a:r>
              <a:rPr lang="en-US" sz="4800" dirty="0"/>
              <a:t/>
            </a:r>
            <a:br>
              <a:rPr lang="en-US" sz="4800" dirty="0"/>
            </a:br>
            <a:endParaRPr lang="en-US" sz="4800" dirty="0"/>
          </a:p>
        </p:txBody>
      </p:sp>
      <p:sp>
        <p:nvSpPr>
          <p:cNvPr id="3" name="Subtitle 2"/>
          <p:cNvSpPr>
            <a:spLocks noGrp="1"/>
          </p:cNvSpPr>
          <p:nvPr>
            <p:ph type="subTitle" idx="1"/>
          </p:nvPr>
        </p:nvSpPr>
        <p:spPr>
          <a:xfrm>
            <a:off x="158492" y="3587262"/>
            <a:ext cx="11472676" cy="3001107"/>
          </a:xfrm>
        </p:spPr>
        <p:txBody>
          <a:bodyPr>
            <a:normAutofit fontScale="92500"/>
          </a:bodyPr>
          <a:lstStyle/>
          <a:p>
            <a:r>
              <a:rPr lang="en-US" sz="2600" b="1" dirty="0">
                <a:solidFill>
                  <a:schemeClr val="accent6">
                    <a:lumMod val="60000"/>
                    <a:lumOff val="40000"/>
                  </a:schemeClr>
                </a:solidFill>
              </a:rPr>
              <a:t>Did you know everyone should have their own life story website</a:t>
            </a:r>
            <a:r>
              <a:rPr lang="en-US" sz="2600" b="1" dirty="0" smtClean="0">
                <a:solidFill>
                  <a:schemeClr val="accent6">
                    <a:lumMod val="60000"/>
                    <a:lumOff val="40000"/>
                  </a:schemeClr>
                </a:solidFill>
              </a:rPr>
              <a:t>?</a:t>
            </a:r>
          </a:p>
          <a:p>
            <a:r>
              <a:rPr lang="en-US" sz="1600" dirty="0"/>
              <a:t/>
            </a:r>
            <a:br>
              <a:rPr lang="en-US" sz="1600" dirty="0"/>
            </a:br>
            <a:r>
              <a:rPr lang="en-US" sz="1600" dirty="0"/>
              <a:t>Don’t let others write your story — write your own</a:t>
            </a:r>
            <a:r>
              <a:rPr lang="en-US" sz="1600" dirty="0" smtClean="0"/>
              <a:t>!</a:t>
            </a:r>
          </a:p>
          <a:p>
            <a:r>
              <a:rPr lang="en-US" sz="1600" dirty="0"/>
              <a:t/>
            </a:r>
            <a:br>
              <a:rPr lang="en-US" sz="1600" dirty="0"/>
            </a:br>
            <a:r>
              <a:rPr lang="en-US" sz="1600" dirty="0"/>
              <a:t>🖋️ Leave behind your real life story — as you lived it</a:t>
            </a:r>
            <a:r>
              <a:rPr lang="en-US" sz="1600" dirty="0" smtClean="0"/>
              <a:t>.</a:t>
            </a:r>
          </a:p>
          <a:p>
            <a:r>
              <a:rPr lang="en-US" sz="1600" dirty="0"/>
              <a:t/>
            </a:r>
            <a:br>
              <a:rPr lang="en-US" sz="1600" dirty="0"/>
            </a:br>
            <a:r>
              <a:rPr lang="en-US" sz="1600" dirty="0"/>
              <a:t>📸 Organize your memories digitally — better than photo albums</a:t>
            </a:r>
            <a:r>
              <a:rPr lang="en-US" sz="1600" dirty="0" smtClean="0"/>
              <a:t>.</a:t>
            </a:r>
          </a:p>
          <a:p>
            <a:r>
              <a:rPr lang="en-US" sz="1600" dirty="0"/>
              <a:t/>
            </a:r>
            <a:br>
              <a:rPr lang="en-US" sz="1600" dirty="0"/>
            </a:br>
            <a:r>
              <a:rPr lang="en-US" sz="1600" dirty="0"/>
              <a:t>🔒 Private &amp; secure — only accessible by those you allow.</a:t>
            </a:r>
          </a:p>
          <a:p>
            <a:endParaRPr lang="en-US" sz="1600" dirty="0"/>
          </a:p>
        </p:txBody>
      </p:sp>
    </p:spTree>
    <p:extLst>
      <p:ext uri="{BB962C8B-B14F-4D97-AF65-F5344CB8AC3E}">
        <p14:creationId xmlns:p14="http://schemas.microsoft.com/office/powerpoint/2010/main" val="610453715"/>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082" y="191461"/>
            <a:ext cx="9404723" cy="1400530"/>
          </a:xfrm>
        </p:spPr>
        <p:txBody>
          <a:bodyPr/>
          <a:lstStyle/>
          <a:p>
            <a:r>
              <a:rPr lang="en-US" sz="3200" b="1" dirty="0"/>
              <a:t>Tip: Preserve Your Memories the Smart Way</a:t>
            </a:r>
            <a:br>
              <a:rPr lang="en-US" sz="3200" b="1" dirty="0"/>
            </a:br>
            <a:endParaRPr lang="en-US" sz="3200" dirty="0"/>
          </a:p>
        </p:txBody>
      </p:sp>
      <p:sp>
        <p:nvSpPr>
          <p:cNvPr id="3" name="Content Placeholder 2"/>
          <p:cNvSpPr>
            <a:spLocks noGrp="1"/>
          </p:cNvSpPr>
          <p:nvPr>
            <p:ph idx="1"/>
          </p:nvPr>
        </p:nvSpPr>
        <p:spPr>
          <a:xfrm>
            <a:off x="1291997" y="1293159"/>
            <a:ext cx="8946541" cy="5296327"/>
          </a:xfrm>
        </p:spPr>
        <p:txBody>
          <a:bodyPr>
            <a:normAutofit fontScale="92500" lnSpcReduction="20000"/>
          </a:bodyPr>
          <a:lstStyle/>
          <a:p>
            <a:r>
              <a:rPr lang="en-US" dirty="0"/>
              <a:t>Why risk losing your precious photos to damage, aging, or misplacement in physical albums</a:t>
            </a:r>
            <a:r>
              <a:rPr lang="en-US" dirty="0" smtClean="0"/>
              <a:t>?</a:t>
            </a:r>
          </a:p>
          <a:p>
            <a:pPr marL="0" indent="0">
              <a:buNone/>
            </a:pPr>
            <a:endParaRPr lang="en-US" dirty="0"/>
          </a:p>
          <a:p>
            <a:r>
              <a:rPr lang="en-US" dirty="0"/>
              <a:t>Instead, </a:t>
            </a:r>
            <a:r>
              <a:rPr lang="en-US" b="1" dirty="0"/>
              <a:t>create your own life story website</a:t>
            </a:r>
            <a:r>
              <a:rPr lang="en-US" dirty="0"/>
              <a:t> — a secure, organized, and lasting digital home for your memories</a:t>
            </a:r>
            <a:r>
              <a:rPr lang="en-US" dirty="0" smtClean="0"/>
              <a:t>.</a:t>
            </a:r>
          </a:p>
          <a:p>
            <a:endParaRPr lang="en-US" dirty="0"/>
          </a:p>
          <a:p>
            <a:pPr marL="0" indent="0">
              <a:buNone/>
            </a:pPr>
            <a:r>
              <a:rPr lang="en-US" sz="2800" b="1" dirty="0"/>
              <a:t>✨ Take it a step further</a:t>
            </a:r>
            <a:r>
              <a:rPr lang="en-US" sz="2800" b="1" dirty="0" smtClean="0"/>
              <a:t>:</a:t>
            </a:r>
          </a:p>
          <a:p>
            <a:pPr marL="0" indent="0">
              <a:buNone/>
            </a:pPr>
            <a:r>
              <a:rPr lang="en-US" sz="2800" b="1" dirty="0"/>
              <a:t/>
            </a:r>
            <a:br>
              <a:rPr lang="en-US" sz="2800" b="1" dirty="0"/>
            </a:br>
            <a:r>
              <a:rPr lang="en-US" dirty="0"/>
              <a:t>Print a </a:t>
            </a:r>
            <a:r>
              <a:rPr lang="en-US" b="1" dirty="0"/>
              <a:t>QR code linked to your website</a:t>
            </a:r>
            <a:r>
              <a:rPr lang="en-US" dirty="0"/>
              <a:t>, place it in an elegant frame, and hang it on the wall of your living room. This simple setup allows your friends, guests, and loved ones to easily access your life story with just a quick scan</a:t>
            </a:r>
            <a:r>
              <a:rPr lang="en-US" dirty="0" smtClean="0"/>
              <a:t>.</a:t>
            </a:r>
          </a:p>
          <a:p>
            <a:pPr marL="0" indent="0">
              <a:buNone/>
            </a:pPr>
            <a:endParaRPr lang="en-US" dirty="0"/>
          </a:p>
          <a:p>
            <a:r>
              <a:rPr lang="en-US" dirty="0"/>
              <a:t>Below is an example of a QR </a:t>
            </a:r>
            <a:r>
              <a:rPr lang="en-US" dirty="0" smtClean="0"/>
              <a:t>code of my life story website(</a:t>
            </a:r>
            <a:r>
              <a:rPr lang="en-US" b="1" i="1" dirty="0" smtClean="0"/>
              <a:t>SAMPLE WEBSITE</a:t>
            </a:r>
            <a:r>
              <a:rPr lang="en-US" dirty="0" smtClean="0"/>
              <a:t>) </a:t>
            </a:r>
            <a:r>
              <a:rPr lang="en-US" dirty="0"/>
              <a:t>displayed on a living room wall — </a:t>
            </a:r>
            <a:r>
              <a:rPr lang="en-US" i="1" u="sng" dirty="0"/>
              <a:t>a modern way to keep your story alive </a:t>
            </a:r>
            <a:r>
              <a:rPr lang="en-US" i="1" u="sng" dirty="0" smtClean="0"/>
              <a:t>and easily </a:t>
            </a:r>
            <a:r>
              <a:rPr lang="en-US" i="1" u="sng" dirty="0"/>
              <a:t>accessible.</a:t>
            </a:r>
          </a:p>
          <a:p>
            <a:endParaRPr lang="en-US" dirty="0"/>
          </a:p>
        </p:txBody>
      </p:sp>
    </p:spTree>
    <p:extLst>
      <p:ext uri="{BB962C8B-B14F-4D97-AF65-F5344CB8AC3E}">
        <p14:creationId xmlns:p14="http://schemas.microsoft.com/office/powerpoint/2010/main" val="1899192229"/>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79940" y="-700265"/>
            <a:ext cx="9404723" cy="1400530"/>
          </a:xfrm>
        </p:spPr>
        <p:txBody>
          <a:bodyPr/>
          <a:lstStyle/>
          <a:p>
            <a:endParaRPr lang="en-US" dirty="0"/>
          </a:p>
        </p:txBody>
      </p:sp>
      <p:pic>
        <p:nvPicPr>
          <p:cNvPr id="4" name="Content Placeholder 3"/>
          <p:cNvPicPr>
            <a:picLocks noGrp="1" noChangeAspect="1"/>
          </p:cNvPicPr>
          <p:nvPr>
            <p:ph idx="1"/>
          </p:nvPr>
        </p:nvPicPr>
        <p:blipFill>
          <a:blip r:embed="rId2" cstate="print">
            <a:extLst>
              <a:ext uri="{28A0092B-C50C-407E-A947-70E740481C1C}">
                <a14:useLocalDpi xmlns:a14="http://schemas.microsoft.com/office/drawing/2010/main" val="0"/>
              </a:ext>
            </a:extLst>
          </a:blip>
          <a:stretch>
            <a:fillRect/>
          </a:stretch>
        </p:blipFill>
        <p:spPr>
          <a:xfrm>
            <a:off x="2248553" y="76151"/>
            <a:ext cx="7315199" cy="6698343"/>
          </a:xfrm>
        </p:spPr>
      </p:pic>
      <p:pic>
        <p:nvPicPr>
          <p:cNvPr id="5" name="Picture 4"/>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413829" y="508000"/>
            <a:ext cx="3744685" cy="2882900"/>
          </a:xfrm>
          <a:prstGeom prst="rect">
            <a:avLst/>
          </a:prstGeom>
        </p:spPr>
      </p:pic>
    </p:spTree>
    <p:extLst>
      <p:ext uri="{BB962C8B-B14F-4D97-AF65-F5344CB8AC3E}">
        <p14:creationId xmlns:p14="http://schemas.microsoft.com/office/powerpoint/2010/main" val="852065019"/>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787533" y="927738"/>
            <a:ext cx="9404723" cy="1400530"/>
          </a:xfrm>
        </p:spPr>
        <p:txBody>
          <a:bodyPr/>
          <a:lstStyle/>
          <a:p>
            <a:r>
              <a:rPr lang="en-US" sz="4800" b="1" dirty="0"/>
              <a:t>💻 About This </a:t>
            </a:r>
            <a:r>
              <a:rPr lang="en-US" sz="4800" b="1" dirty="0" smtClean="0"/>
              <a:t>Sample Website</a:t>
            </a:r>
            <a:r>
              <a:rPr lang="en-US" sz="4800" dirty="0"/>
              <a:t/>
            </a:r>
            <a:br>
              <a:rPr lang="en-US" sz="4800" dirty="0"/>
            </a:br>
            <a:endParaRPr lang="en-US" sz="4800" dirty="0"/>
          </a:p>
        </p:txBody>
      </p:sp>
      <p:sp>
        <p:nvSpPr>
          <p:cNvPr id="3" name="Content Placeholder 2"/>
          <p:cNvSpPr>
            <a:spLocks noGrp="1"/>
          </p:cNvSpPr>
          <p:nvPr>
            <p:ph idx="1"/>
          </p:nvPr>
        </p:nvSpPr>
        <p:spPr>
          <a:xfrm>
            <a:off x="485057" y="2530778"/>
            <a:ext cx="8946541" cy="3423138"/>
          </a:xfrm>
        </p:spPr>
        <p:txBody>
          <a:bodyPr>
            <a:normAutofit fontScale="77500" lnSpcReduction="20000"/>
          </a:bodyPr>
          <a:lstStyle/>
          <a:p>
            <a:r>
              <a:rPr lang="en-US" sz="3600" dirty="0"/>
              <a:t>This life story </a:t>
            </a:r>
            <a:r>
              <a:rPr lang="en-US" sz="3600" dirty="0" smtClean="0"/>
              <a:t>website of mine </a:t>
            </a:r>
            <a:r>
              <a:rPr lang="en-US" sz="3600" dirty="0"/>
              <a:t>you’re </a:t>
            </a:r>
            <a:r>
              <a:rPr lang="en-US" sz="3600" dirty="0" smtClean="0"/>
              <a:t>seeing </a:t>
            </a:r>
            <a:r>
              <a:rPr lang="en-US" sz="3600" b="1" i="1" dirty="0" smtClean="0"/>
              <a:t>(click the link on the bottom of the last page </a:t>
            </a:r>
            <a:r>
              <a:rPr lang="en-US" sz="3600" b="1" i="1" smtClean="0"/>
              <a:t>to visit </a:t>
            </a:r>
            <a:r>
              <a:rPr lang="en-US" sz="3600" b="1" i="1" dirty="0" smtClean="0"/>
              <a:t>)</a:t>
            </a:r>
            <a:r>
              <a:rPr lang="en-US" sz="3600" dirty="0" smtClean="0"/>
              <a:t> </a:t>
            </a:r>
            <a:r>
              <a:rPr lang="en-US" sz="3600" dirty="0"/>
              <a:t>was built just for fun and as a sample</a:t>
            </a:r>
            <a:r>
              <a:rPr lang="en-US" sz="3600" dirty="0" smtClean="0"/>
              <a:t>.</a:t>
            </a:r>
          </a:p>
          <a:p>
            <a:endParaRPr lang="en-US" sz="3600" dirty="0" smtClean="0"/>
          </a:p>
          <a:p>
            <a:r>
              <a:rPr lang="en-US" sz="3600" dirty="0"/>
              <a:t>Imagine what I can build for you — together with my software development team </a:t>
            </a:r>
            <a:r>
              <a:rPr lang="en-US" sz="3600" dirty="0" smtClean="0"/>
              <a:t>😊</a:t>
            </a:r>
            <a:r>
              <a:rPr lang="en-US" sz="3600" dirty="0"/>
              <a:t/>
            </a:r>
            <a:br>
              <a:rPr lang="en-US" sz="3600" dirty="0"/>
            </a:br>
            <a:endParaRPr lang="en-US" sz="3600" dirty="0"/>
          </a:p>
        </p:txBody>
      </p:sp>
    </p:spTree>
    <p:extLst>
      <p:ext uri="{BB962C8B-B14F-4D97-AF65-F5344CB8AC3E}">
        <p14:creationId xmlns:p14="http://schemas.microsoft.com/office/powerpoint/2010/main" val="784289591"/>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803839" y="367374"/>
            <a:ext cx="9404723" cy="1400530"/>
          </a:xfrm>
        </p:spPr>
        <p:txBody>
          <a:bodyPr/>
          <a:lstStyle/>
          <a:p>
            <a:r>
              <a:rPr lang="en-US" sz="6000" b="1" dirty="0"/>
              <a:t>🚀 What We </a:t>
            </a:r>
            <a:r>
              <a:rPr lang="en-US" sz="6000" b="1" dirty="0" smtClean="0"/>
              <a:t>Do:</a:t>
            </a:r>
            <a:r>
              <a:rPr lang="en-US" sz="6000" dirty="0"/>
              <a:t/>
            </a:r>
            <a:br>
              <a:rPr lang="en-US" sz="6000" dirty="0"/>
            </a:br>
            <a:endParaRPr lang="en-US" sz="6000" dirty="0"/>
          </a:p>
        </p:txBody>
      </p:sp>
      <p:sp>
        <p:nvSpPr>
          <p:cNvPr id="3" name="Content Placeholder 2"/>
          <p:cNvSpPr>
            <a:spLocks noGrp="1"/>
          </p:cNvSpPr>
          <p:nvPr>
            <p:ph idx="1"/>
          </p:nvPr>
        </p:nvSpPr>
        <p:spPr/>
        <p:txBody>
          <a:bodyPr>
            <a:normAutofit fontScale="92500" lnSpcReduction="20000"/>
          </a:bodyPr>
          <a:lstStyle/>
          <a:p>
            <a:pPr lvl="0"/>
            <a:r>
              <a:rPr lang="en-US" sz="3200" dirty="0"/>
              <a:t>Web Design &amp; </a:t>
            </a:r>
            <a:r>
              <a:rPr lang="en-US" sz="3200" dirty="0" smtClean="0"/>
              <a:t>Hosting</a:t>
            </a:r>
          </a:p>
          <a:p>
            <a:pPr lvl="0"/>
            <a:endParaRPr lang="en-US" sz="3200" dirty="0"/>
          </a:p>
          <a:p>
            <a:pPr lvl="0"/>
            <a:r>
              <a:rPr lang="en-US" sz="3200" dirty="0"/>
              <a:t>Business Systems </a:t>
            </a:r>
            <a:r>
              <a:rPr lang="en-US" sz="3200" dirty="0" smtClean="0"/>
              <a:t>SOFTWARE Development</a:t>
            </a:r>
          </a:p>
          <a:p>
            <a:pPr lvl="0"/>
            <a:endParaRPr lang="en-US" sz="3200" dirty="0"/>
          </a:p>
          <a:p>
            <a:pPr lvl="0"/>
            <a:r>
              <a:rPr lang="en-US" sz="3200" dirty="0"/>
              <a:t>Mobile </a:t>
            </a:r>
            <a:r>
              <a:rPr lang="en-US" sz="3200" dirty="0" smtClean="0"/>
              <a:t>Apps Software Development </a:t>
            </a:r>
          </a:p>
          <a:p>
            <a:pPr marL="0" lvl="0" indent="0">
              <a:buNone/>
            </a:pPr>
            <a:endParaRPr lang="en-US" sz="3200" dirty="0" smtClean="0"/>
          </a:p>
          <a:p>
            <a:pPr lvl="0"/>
            <a:r>
              <a:rPr lang="en-US" sz="3200" dirty="0" smtClean="0"/>
              <a:t>Software project management</a:t>
            </a:r>
            <a:endParaRPr lang="en-US" sz="3200" dirty="0"/>
          </a:p>
          <a:p>
            <a:pPr marL="0" indent="0">
              <a:buNone/>
            </a:pPr>
            <a:r>
              <a:rPr lang="en-US" sz="3200" dirty="0"/>
              <a:t> </a:t>
            </a:r>
          </a:p>
          <a:p>
            <a:endParaRPr lang="en-US" sz="3200" dirty="0"/>
          </a:p>
        </p:txBody>
      </p:sp>
    </p:spTree>
    <p:extLst>
      <p:ext uri="{BB962C8B-B14F-4D97-AF65-F5344CB8AC3E}">
        <p14:creationId xmlns:p14="http://schemas.microsoft.com/office/powerpoint/2010/main" val="12644166"/>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438335" y="652388"/>
            <a:ext cx="9404723" cy="1400530"/>
          </a:xfrm>
        </p:spPr>
        <p:txBody>
          <a:bodyPr/>
          <a:lstStyle/>
          <a:p>
            <a:r>
              <a:rPr lang="en-US" sz="5400" dirty="0"/>
              <a:t>📩 </a:t>
            </a:r>
            <a:r>
              <a:rPr lang="en-US" sz="5400" b="1" dirty="0"/>
              <a:t>Interested? Let’s talk!</a:t>
            </a:r>
            <a:r>
              <a:rPr lang="en-US" sz="5400" dirty="0"/>
              <a:t/>
            </a:r>
            <a:br>
              <a:rPr lang="en-US" sz="5400" dirty="0"/>
            </a:br>
            <a:endParaRPr lang="en-US" sz="5400" dirty="0"/>
          </a:p>
        </p:txBody>
      </p:sp>
      <p:sp>
        <p:nvSpPr>
          <p:cNvPr id="3" name="Content Placeholder 2"/>
          <p:cNvSpPr>
            <a:spLocks noGrp="1"/>
          </p:cNvSpPr>
          <p:nvPr>
            <p:ph idx="1"/>
          </p:nvPr>
        </p:nvSpPr>
        <p:spPr>
          <a:xfrm>
            <a:off x="298640" y="2052918"/>
            <a:ext cx="11698288" cy="4640490"/>
          </a:xfrm>
        </p:spPr>
        <p:txBody>
          <a:bodyPr>
            <a:normAutofit/>
          </a:bodyPr>
          <a:lstStyle/>
          <a:p>
            <a:r>
              <a:rPr lang="en-US" dirty="0" smtClean="0"/>
              <a:t>Email:  </a:t>
            </a:r>
            <a:r>
              <a:rPr lang="en-US" dirty="0" smtClean="0">
                <a:hlinkClick r:id="rId2"/>
              </a:rPr>
              <a:t>eugenembayire@gmail.com</a:t>
            </a:r>
            <a:endParaRPr lang="en-US" dirty="0" smtClean="0"/>
          </a:p>
          <a:p>
            <a:endParaRPr lang="en-US" dirty="0"/>
          </a:p>
          <a:p>
            <a:r>
              <a:rPr lang="en-US" dirty="0" smtClean="0"/>
              <a:t>Phone (</a:t>
            </a:r>
            <a:r>
              <a:rPr lang="en-US" dirty="0" err="1" smtClean="0"/>
              <a:t>Whatsapp</a:t>
            </a:r>
            <a:r>
              <a:rPr lang="en-US" dirty="0" smtClean="0"/>
              <a:t>): </a:t>
            </a:r>
            <a:r>
              <a:rPr lang="en-US" dirty="0" smtClean="0"/>
              <a:t>+250784643357</a:t>
            </a:r>
          </a:p>
          <a:p>
            <a:endParaRPr lang="en-US" dirty="0"/>
          </a:p>
          <a:p>
            <a:endParaRPr lang="en-US" dirty="0" smtClean="0"/>
          </a:p>
          <a:p>
            <a:pPr marL="0" indent="0">
              <a:buNone/>
            </a:pPr>
            <a:endParaRPr lang="en-US" dirty="0"/>
          </a:p>
          <a:p>
            <a:pPr marL="0" indent="0">
              <a:buNone/>
            </a:pPr>
            <a:endParaRPr lang="en-US" dirty="0" smtClean="0"/>
          </a:p>
          <a:p>
            <a:endParaRPr lang="en-US" dirty="0" smtClean="0"/>
          </a:p>
          <a:p>
            <a:endParaRPr lang="en-US" dirty="0" smtClean="0"/>
          </a:p>
          <a:p>
            <a:pPr marL="400050" lvl="1" indent="0" algn="r">
              <a:buNone/>
            </a:pPr>
            <a:r>
              <a:rPr lang="en-US" sz="2000" b="1" i="1" u="sng" dirty="0" smtClean="0">
                <a:solidFill>
                  <a:schemeClr val="accent2"/>
                </a:solidFill>
                <a:hlinkClick r:id="rId3"/>
              </a:rPr>
              <a:t>CLICK HERE </a:t>
            </a:r>
            <a:r>
              <a:rPr lang="en-US" sz="2000" dirty="0" smtClean="0">
                <a:hlinkClick r:id="rId3"/>
              </a:rPr>
              <a:t>TO VISIT MY LIFE STORY WEBSITE SAMPLE </a:t>
            </a:r>
            <a:r>
              <a:rPr lang="en-US" sz="2000" dirty="0" smtClean="0">
                <a:hlinkClick r:id="rId3"/>
              </a:rPr>
              <a:t>--OR SCAN </a:t>
            </a:r>
            <a:r>
              <a:rPr lang="en-US" sz="2000" dirty="0" smtClean="0">
                <a:hlinkClick r:id="rId3"/>
              </a:rPr>
              <a:t>THE </a:t>
            </a:r>
            <a:r>
              <a:rPr lang="en-US" sz="2000" dirty="0">
                <a:hlinkClick r:id="rId3"/>
              </a:rPr>
              <a:t>ABOVE</a:t>
            </a:r>
            <a:r>
              <a:rPr lang="en-US" sz="2000" dirty="0" smtClean="0">
                <a:hlinkClick r:id="rId3"/>
              </a:rPr>
              <a:t>👆 </a:t>
            </a:r>
            <a:r>
              <a:rPr lang="en-US" sz="2000" dirty="0" smtClean="0">
                <a:hlinkClick r:id="rId3"/>
              </a:rPr>
              <a:t>QR CODE.</a:t>
            </a:r>
            <a:endParaRPr lang="en-US" sz="2000" dirty="0"/>
          </a:p>
        </p:txBody>
      </p:sp>
      <p:pic>
        <p:nvPicPr>
          <p:cNvPr id="4" name="Picture 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168896" y="1728216"/>
            <a:ext cx="4303776" cy="3861816"/>
          </a:xfrm>
          <a:prstGeom prst="rect">
            <a:avLst/>
          </a:prstGeom>
        </p:spPr>
      </p:pic>
    </p:spTree>
    <p:extLst>
      <p:ext uri="{BB962C8B-B14F-4D97-AF65-F5344CB8AC3E}">
        <p14:creationId xmlns:p14="http://schemas.microsoft.com/office/powerpoint/2010/main" val="2397691916"/>
      </p:ext>
    </p:extLst>
  </p:cSld>
  <p:clrMapOvr>
    <a:masterClrMapping/>
  </p:clrMapOvr>
  <p:timing>
    <p:tnLst>
      <p:par>
        <p:cTn id="1" dur="indefinite" restart="never" nodeType="tmRoot"/>
      </p:par>
    </p:tnLst>
  </p:timing>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Ion">
  <a:themeElements>
    <a:clrScheme name="Ion">
      <a:dk1>
        <a:sysClr val="windowText" lastClr="000000"/>
      </a:dk1>
      <a:lt1>
        <a:sysClr val="window" lastClr="FFFFFF"/>
      </a:lt1>
      <a:dk2>
        <a:srgbClr val="1E5155"/>
      </a:dk2>
      <a:lt2>
        <a:srgbClr val="EBEBEB"/>
      </a:lt2>
      <a:accent1>
        <a:srgbClr val="B01513"/>
      </a:accent1>
      <a:accent2>
        <a:srgbClr val="EA6312"/>
      </a:accent2>
      <a:accent3>
        <a:srgbClr val="E6B729"/>
      </a:accent3>
      <a:accent4>
        <a:srgbClr val="6AAC90"/>
      </a:accent4>
      <a:accent5>
        <a:srgbClr val="54849A"/>
      </a:accent5>
      <a:accent6>
        <a:srgbClr val="9E5E9B"/>
      </a:accent6>
      <a:hlink>
        <a:srgbClr val="58C1BA"/>
      </a:hlink>
      <a:folHlink>
        <a:srgbClr val="9DFFCB"/>
      </a:folHlink>
    </a:clrScheme>
    <a:fontScheme name="Ion">
      <a:majorFont>
        <a:latin typeface="Century Gothic" panose="020B0502020202020204"/>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panose="020B050202020202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Ion">
      <a:fillStyleLst>
        <a:solidFill>
          <a:schemeClr val="phClr"/>
        </a:solidFill>
        <a:gradFill rotWithShape="1">
          <a:gsLst>
            <a:gs pos="0">
              <a:schemeClr val="phClr">
                <a:tint val="64000"/>
                <a:lumMod val="118000"/>
              </a:schemeClr>
            </a:gs>
            <a:gs pos="100000">
              <a:schemeClr val="phClr">
                <a:tint val="92000"/>
                <a:alpha val="100000"/>
                <a:lumMod val="110000"/>
              </a:schemeClr>
            </a:gs>
          </a:gsLst>
          <a:lin ang="5400000" scaled="0"/>
        </a:gradFill>
        <a:gradFill rotWithShape="1">
          <a:gsLst>
            <a:gs pos="0">
              <a:schemeClr val="phClr">
                <a:tint val="98000"/>
                <a:lumMod val="114000"/>
              </a:schemeClr>
            </a:gs>
            <a:gs pos="100000">
              <a:schemeClr val="phClr">
                <a:shade val="90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8575" cap="rnd" cmpd="sng"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63500" dist="38100" dir="5400000" rotWithShape="0">
              <a:srgbClr val="000000">
                <a:alpha val="60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7000"/>
                <a:hueMod val="88000"/>
                <a:satMod val="130000"/>
                <a:lumMod val="124000"/>
              </a:schemeClr>
            </a:gs>
            <a:gs pos="100000">
              <a:schemeClr val="phClr">
                <a:tint val="96000"/>
                <a:shade val="88000"/>
                <a:hueMod val="108000"/>
                <a:satMod val="164000"/>
                <a:lumMod val="76000"/>
              </a:schemeClr>
            </a:gs>
          </a:gsLst>
          <a:path path="circle">
            <a:fillToRect l="45000" t="65000" r="125000" b="100000"/>
          </a:path>
        </a:gradFill>
        <a:blipFill rotWithShape="1">
          <a:blip xmlns:r="http://schemas.openxmlformats.org/officeDocument/2006/relationships" r:embed="rId1">
            <a:duotone>
              <a:schemeClr val="phClr">
                <a:shade val="69000"/>
                <a:hueMod val="108000"/>
                <a:satMod val="164000"/>
                <a:lumMod val="74000"/>
              </a:schemeClr>
              <a:schemeClr val="phClr">
                <a:tint val="96000"/>
                <a:hueMod val="88000"/>
                <a:satMod val="140000"/>
                <a:lumMod val="132000"/>
              </a:schemeClr>
            </a:duotone>
          </a:blip>
          <a:stretch/>
        </a:blipFill>
      </a:bgFillStyleLst>
    </a:fmtScheme>
  </a:themeElements>
  <a:objectDefaults/>
  <a:extraClrSchemeLst/>
  <a:extLst>
    <a:ext uri="{05A4C25C-085E-4340-85A3-A5531E510DB2}">
      <thm15:themeFamily xmlns:thm15="http://schemas.microsoft.com/office/thememl/2012/main" name="Ion" id="{B8441ADB-2E43-4AF7-B97A-BD870242C6A8}" vid="{292E63A9-BB86-4E3D-B92A-7223C6510D2E}"/>
    </a:ext>
  </a:extLst>
</a:theme>
</file>

<file path=docProps/app.xml><?xml version="1.0" encoding="utf-8"?>
<Properties xmlns="http://schemas.openxmlformats.org/officeDocument/2006/extended-properties" xmlns:vt="http://schemas.openxmlformats.org/officeDocument/2006/docPropsVTypes">
  <Template>Ion</Template>
  <TotalTime>140</TotalTime>
  <Words>181</Words>
  <Application>Microsoft Office PowerPoint</Application>
  <PresentationFormat>Widescreen</PresentationFormat>
  <Paragraphs>39</Paragraphs>
  <Slides>6</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6</vt:i4>
      </vt:variant>
    </vt:vector>
  </HeadingPairs>
  <TitlesOfParts>
    <vt:vector size="10" baseType="lpstr">
      <vt:lpstr>Arial</vt:lpstr>
      <vt:lpstr>Century Gothic</vt:lpstr>
      <vt:lpstr>Wingdings 3</vt:lpstr>
      <vt:lpstr>Ion</vt:lpstr>
      <vt:lpstr>🌍 Why You Should Own a Life Story Website?  By Eugene Mbayire </vt:lpstr>
      <vt:lpstr>Tip: Preserve Your Memories the Smart Way </vt:lpstr>
      <vt:lpstr>PowerPoint Presentation</vt:lpstr>
      <vt:lpstr>💻 About This Sample Website </vt:lpstr>
      <vt:lpstr>🚀 What We Do: </vt:lpstr>
      <vt:lpstr>📩 Interested? Let’s talk! </vt:lpstr>
    </vt:vector>
  </TitlesOfParts>
  <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Why You Should Own a Life Story Website?</dc:title>
  <dc:creator>U-Gen</dc:creator>
  <cp:lastModifiedBy>U-Gen</cp:lastModifiedBy>
  <cp:revision>21</cp:revision>
  <dcterms:created xsi:type="dcterms:W3CDTF">2025-06-19T13:18:38Z</dcterms:created>
  <dcterms:modified xsi:type="dcterms:W3CDTF">2025-07-05T10:52:42Z</dcterms:modified>
</cp:coreProperties>
</file>