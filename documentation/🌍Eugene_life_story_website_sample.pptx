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0" r:id="rId3"/>
    <p:sldId id="261" r:id="rId4"/>
    <p:sldId id="257" r:id="rId5"/>
    <p:sldId id="258" r:id="rId6"/>
    <p:sldId id="25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showGuides="1">
      <p:cViewPr varScale="1">
        <p:scale>
          <a:sx n="65" d="100"/>
          <a:sy n="65" d="100"/>
        </p:scale>
        <p:origin x="197" y="72"/>
      </p:cViewPr>
      <p:guideLst>
        <p:guide orient="horz" pos="2136"/>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0AFC816-D61A-4F5D-88B8-4E6F6AD20135}" type="datetimeFigureOut">
              <a:rPr lang="en-US" smtClean="0"/>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9B2745-037E-445D-9D71-370F0E5EDC45}" type="slidenum">
              <a:rPr lang="en-US" smtClean="0"/>
              <a:t>‹#›</a:t>
            </a:fld>
            <a:endParaRPr lang="en-US"/>
          </a:p>
        </p:txBody>
      </p:sp>
    </p:spTree>
    <p:extLst>
      <p:ext uri="{BB962C8B-B14F-4D97-AF65-F5344CB8AC3E}">
        <p14:creationId xmlns:p14="http://schemas.microsoft.com/office/powerpoint/2010/main" val="1127085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00AFC816-D61A-4F5D-88B8-4E6F6AD20135}" type="datetimeFigureOut">
              <a:rPr lang="en-US" smtClean="0"/>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9B2745-037E-445D-9D71-370F0E5EDC45}" type="slidenum">
              <a:rPr lang="en-US" smtClean="0"/>
              <a:t>‹#›</a:t>
            </a:fld>
            <a:endParaRPr lang="en-US"/>
          </a:p>
        </p:txBody>
      </p:sp>
    </p:spTree>
    <p:extLst>
      <p:ext uri="{BB962C8B-B14F-4D97-AF65-F5344CB8AC3E}">
        <p14:creationId xmlns:p14="http://schemas.microsoft.com/office/powerpoint/2010/main" val="995361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AFC816-D61A-4F5D-88B8-4E6F6AD20135}" type="datetimeFigureOut">
              <a:rPr lang="en-US" smtClean="0"/>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9B2745-037E-445D-9D71-370F0E5EDC45}" type="slidenum">
              <a:rPr lang="en-US" smtClean="0"/>
              <a:t>‹#›</a:t>
            </a:fld>
            <a:endParaRPr lang="en-US"/>
          </a:p>
        </p:txBody>
      </p:sp>
    </p:spTree>
    <p:extLst>
      <p:ext uri="{BB962C8B-B14F-4D97-AF65-F5344CB8AC3E}">
        <p14:creationId xmlns:p14="http://schemas.microsoft.com/office/powerpoint/2010/main" val="2770057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0AFC816-D61A-4F5D-88B8-4E6F6AD20135}" type="datetimeFigureOut">
              <a:rPr lang="en-US" smtClean="0"/>
              <a:t>7/5/2025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9B2745-037E-445D-9D71-370F0E5EDC45}" type="slidenum">
              <a:rPr lang="en-US" smtClean="0"/>
              <a:t>‹#›</a:t>
            </a:fld>
            <a:endParaRPr lang="en-US"/>
          </a:p>
        </p:txBody>
      </p:sp>
    </p:spTree>
    <p:extLst>
      <p:ext uri="{BB962C8B-B14F-4D97-AF65-F5344CB8AC3E}">
        <p14:creationId xmlns:p14="http://schemas.microsoft.com/office/powerpoint/2010/main" val="3278286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0AFC816-D61A-4F5D-88B8-4E6F6AD20135}" type="datetimeFigureOut">
              <a:rPr lang="en-US" smtClean="0"/>
              <a:t>7/5/2025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9B2745-037E-445D-9D71-370F0E5EDC45}" type="slidenum">
              <a:rPr lang="en-US" smtClean="0"/>
              <a:t>‹#›</a:t>
            </a:fld>
            <a:endParaRPr lang="en-US"/>
          </a:p>
        </p:txBody>
      </p:sp>
    </p:spTree>
    <p:extLst>
      <p:ext uri="{BB962C8B-B14F-4D97-AF65-F5344CB8AC3E}">
        <p14:creationId xmlns:p14="http://schemas.microsoft.com/office/powerpoint/2010/main" val="2848796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00AFC816-D61A-4F5D-88B8-4E6F6AD20135}" type="datetimeFigureOut">
              <a:rPr lang="en-US" smtClean="0"/>
              <a:t>7/5/2025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E9B2745-037E-445D-9D71-370F0E5EDC45}" type="slidenum">
              <a:rPr lang="en-US" smtClean="0"/>
              <a:t>‹#›</a:t>
            </a:fld>
            <a:endParaRPr lang="en-US"/>
          </a:p>
        </p:txBody>
      </p:sp>
    </p:spTree>
    <p:extLst>
      <p:ext uri="{BB962C8B-B14F-4D97-AF65-F5344CB8AC3E}">
        <p14:creationId xmlns:p14="http://schemas.microsoft.com/office/powerpoint/2010/main" val="1469584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0AFC816-D61A-4F5D-88B8-4E6F6AD20135}" type="datetimeFigureOut">
              <a:rPr lang="en-US" smtClean="0"/>
              <a:t>7/5/2025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E9B2745-037E-445D-9D71-370F0E5EDC45}" type="slidenum">
              <a:rPr lang="en-US" smtClean="0"/>
              <a:t>‹#›</a:t>
            </a:fld>
            <a:endParaRPr lang="en-US"/>
          </a:p>
        </p:txBody>
      </p:sp>
    </p:spTree>
    <p:extLst>
      <p:ext uri="{BB962C8B-B14F-4D97-AF65-F5344CB8AC3E}">
        <p14:creationId xmlns:p14="http://schemas.microsoft.com/office/powerpoint/2010/main" val="1085613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00AFC816-D61A-4F5D-88B8-4E6F6AD20135}" type="datetimeFigureOut">
              <a:rPr lang="en-US" smtClean="0"/>
              <a:t>7/5/2025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E9B2745-037E-445D-9D71-370F0E5EDC45}" type="slidenum">
              <a:rPr lang="en-US" smtClean="0"/>
              <a:t>‹#›</a:t>
            </a:fld>
            <a:endParaRPr lang="en-US"/>
          </a:p>
        </p:txBody>
      </p:sp>
    </p:spTree>
    <p:extLst>
      <p:ext uri="{BB962C8B-B14F-4D97-AF65-F5344CB8AC3E}">
        <p14:creationId xmlns:p14="http://schemas.microsoft.com/office/powerpoint/2010/main" val="3064143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AFC816-D61A-4F5D-88B8-4E6F6AD20135}" type="datetimeFigureOut">
              <a:rPr lang="en-US" smtClean="0"/>
              <a:t>7/5/2025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9B2745-037E-445D-9D71-370F0E5EDC45}" type="slidenum">
              <a:rPr lang="en-US" smtClean="0"/>
              <a:t>‹#›</a:t>
            </a:fld>
            <a:endParaRPr lang="en-US"/>
          </a:p>
        </p:txBody>
      </p:sp>
    </p:spTree>
    <p:extLst>
      <p:ext uri="{BB962C8B-B14F-4D97-AF65-F5344CB8AC3E}">
        <p14:creationId xmlns:p14="http://schemas.microsoft.com/office/powerpoint/2010/main" val="1287929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AFC816-D61A-4F5D-88B8-4E6F6AD20135}" type="datetimeFigureOut">
              <a:rPr lang="en-US" smtClean="0"/>
              <a:t>7/5/2025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9B2745-037E-445D-9D71-370F0E5EDC45}" type="slidenum">
              <a:rPr lang="en-US" smtClean="0"/>
              <a:t>‹#›</a:t>
            </a:fld>
            <a:endParaRPr lang="en-US"/>
          </a:p>
        </p:txBody>
      </p:sp>
    </p:spTree>
    <p:extLst>
      <p:ext uri="{BB962C8B-B14F-4D97-AF65-F5344CB8AC3E}">
        <p14:creationId xmlns:p14="http://schemas.microsoft.com/office/powerpoint/2010/main" val="1501150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AFC816-D61A-4F5D-88B8-4E6F6AD20135}" type="datetimeFigureOut">
              <a:rPr lang="en-US" smtClean="0"/>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9B2745-037E-445D-9D71-370F0E5EDC45}" type="slidenum">
              <a:rPr lang="en-US" smtClean="0"/>
              <a:t>‹#›</a:t>
            </a:fld>
            <a:endParaRPr lang="en-US"/>
          </a:p>
        </p:txBody>
      </p:sp>
    </p:spTree>
    <p:extLst>
      <p:ext uri="{BB962C8B-B14F-4D97-AF65-F5344CB8AC3E}">
        <p14:creationId xmlns:p14="http://schemas.microsoft.com/office/powerpoint/2010/main" val="42624830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AFC816-D61A-4F5D-88B8-4E6F6AD20135}" type="datetimeFigureOut">
              <a:rPr lang="en-US" smtClean="0"/>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9B2745-037E-445D-9D71-370F0E5EDC45}"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4029825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AFC816-D61A-4F5D-88B8-4E6F6AD20135}" type="datetimeFigureOut">
              <a:rPr lang="en-US" smtClean="0"/>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9B2745-037E-445D-9D71-370F0E5EDC45}" type="slidenum">
              <a:rPr lang="en-US" smtClean="0"/>
              <a:t>‹#›</a:t>
            </a:fld>
            <a:endParaRPr lang="en-US"/>
          </a:p>
        </p:txBody>
      </p:sp>
    </p:spTree>
    <p:extLst>
      <p:ext uri="{BB962C8B-B14F-4D97-AF65-F5344CB8AC3E}">
        <p14:creationId xmlns:p14="http://schemas.microsoft.com/office/powerpoint/2010/main" val="33811915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0AFC816-D61A-4F5D-88B8-4E6F6AD20135}" type="datetimeFigureOut">
              <a:rPr lang="en-US" smtClean="0"/>
              <a:t>7/5/2025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9B2745-037E-445D-9D71-370F0E5EDC45}" type="slidenum">
              <a:rPr lang="en-US" smtClean="0"/>
              <a:t>‹#›</a:t>
            </a:fld>
            <a:endParaRPr lang="en-US"/>
          </a:p>
        </p:txBody>
      </p:sp>
    </p:spTree>
    <p:extLst>
      <p:ext uri="{BB962C8B-B14F-4D97-AF65-F5344CB8AC3E}">
        <p14:creationId xmlns:p14="http://schemas.microsoft.com/office/powerpoint/2010/main" val="30224109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0AFC816-D61A-4F5D-88B8-4E6F6AD20135}" type="datetimeFigureOut">
              <a:rPr lang="en-US" smtClean="0"/>
              <a:t>7/5/2025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9B2745-037E-445D-9D71-370F0E5EDC45}" type="slidenum">
              <a:rPr lang="en-US" smtClean="0"/>
              <a:t>‹#›</a:t>
            </a:fld>
            <a:endParaRPr lang="en-US"/>
          </a:p>
        </p:txBody>
      </p:sp>
    </p:spTree>
    <p:extLst>
      <p:ext uri="{BB962C8B-B14F-4D97-AF65-F5344CB8AC3E}">
        <p14:creationId xmlns:p14="http://schemas.microsoft.com/office/powerpoint/2010/main" val="27067500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0AFC816-D61A-4F5D-88B8-4E6F6AD20135}" type="datetimeFigureOut">
              <a:rPr lang="en-US" smtClean="0"/>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9B2745-037E-445D-9D71-370F0E5EDC45}" type="slidenum">
              <a:rPr lang="en-US" smtClean="0"/>
              <a:t>‹#›</a:t>
            </a:fld>
            <a:endParaRPr lang="en-US"/>
          </a:p>
        </p:txBody>
      </p:sp>
    </p:spTree>
    <p:extLst>
      <p:ext uri="{BB962C8B-B14F-4D97-AF65-F5344CB8AC3E}">
        <p14:creationId xmlns:p14="http://schemas.microsoft.com/office/powerpoint/2010/main" val="11730873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0AFC816-D61A-4F5D-88B8-4E6F6AD20135}" type="datetimeFigureOut">
              <a:rPr lang="en-US" smtClean="0"/>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9B2745-037E-445D-9D71-370F0E5EDC45}" type="slidenum">
              <a:rPr lang="en-US" smtClean="0"/>
              <a:t>‹#›</a:t>
            </a:fld>
            <a:endParaRPr lang="en-US"/>
          </a:p>
        </p:txBody>
      </p:sp>
    </p:spTree>
    <p:extLst>
      <p:ext uri="{BB962C8B-B14F-4D97-AF65-F5344CB8AC3E}">
        <p14:creationId xmlns:p14="http://schemas.microsoft.com/office/powerpoint/2010/main" val="2842337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0AFC816-D61A-4F5D-88B8-4E6F6AD20135}" type="datetimeFigureOut">
              <a:rPr lang="en-US" smtClean="0"/>
              <a:t>7/5/2025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E9B2745-037E-445D-9D71-370F0E5EDC45}" type="slidenum">
              <a:rPr lang="en-US" smtClean="0"/>
              <a:t>‹#›</a:t>
            </a:fld>
            <a:endParaRPr lang="en-US"/>
          </a:p>
        </p:txBody>
      </p:sp>
    </p:spTree>
    <p:extLst>
      <p:ext uri="{BB962C8B-B14F-4D97-AF65-F5344CB8AC3E}">
        <p14:creationId xmlns:p14="http://schemas.microsoft.com/office/powerpoint/2010/main" val="231581882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eugene-mbayire.github.io/Eugene_Mbayire_story/" TargetMode="External"/><Relationship Id="rId2" Type="http://schemas.openxmlformats.org/officeDocument/2006/relationships/hyperlink" Target="mailto:eugenembayire@g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6215" y="78904"/>
            <a:ext cx="8825658" cy="3311996"/>
          </a:xfrm>
        </p:spPr>
        <p:txBody>
          <a:bodyPr/>
          <a:lstStyle/>
          <a:p>
            <a:r>
              <a:rPr lang="en-US" sz="4800" b="1" dirty="0"/>
              <a:t>🌍 Why You Should Own a Life Story </a:t>
            </a:r>
            <a:r>
              <a:rPr lang="en-US" sz="4800" b="1" dirty="0" smtClean="0"/>
              <a:t>Website?</a:t>
            </a:r>
            <a:br>
              <a:rPr lang="en-US" sz="4800" b="1" dirty="0" smtClean="0"/>
            </a:br>
            <a:r>
              <a:rPr lang="en-US" sz="4800" b="1" dirty="0" smtClean="0"/>
              <a:t/>
            </a:r>
            <a:br>
              <a:rPr lang="en-US" sz="4800" b="1" dirty="0" smtClean="0"/>
            </a:br>
            <a:r>
              <a:rPr lang="en-US" sz="2400" b="1" dirty="0" smtClean="0">
                <a:solidFill>
                  <a:schemeClr val="accent5">
                    <a:lumMod val="60000"/>
                    <a:lumOff val="40000"/>
                  </a:schemeClr>
                </a:solidFill>
              </a:rPr>
              <a:t>By Eugene </a:t>
            </a:r>
            <a:r>
              <a:rPr lang="en-US" sz="2400" b="1" dirty="0" err="1" smtClean="0">
                <a:solidFill>
                  <a:schemeClr val="accent5">
                    <a:lumMod val="60000"/>
                    <a:lumOff val="40000"/>
                  </a:schemeClr>
                </a:solidFill>
              </a:rPr>
              <a:t>Mbayire</a:t>
            </a:r>
            <a:r>
              <a:rPr lang="en-US" sz="4800" dirty="0"/>
              <a:t/>
            </a:r>
            <a:br>
              <a:rPr lang="en-US" sz="4800" dirty="0"/>
            </a:br>
            <a:endParaRPr lang="en-US" sz="4800" dirty="0"/>
          </a:p>
        </p:txBody>
      </p:sp>
      <p:sp>
        <p:nvSpPr>
          <p:cNvPr id="3" name="Subtitle 2"/>
          <p:cNvSpPr>
            <a:spLocks noGrp="1"/>
          </p:cNvSpPr>
          <p:nvPr>
            <p:ph type="subTitle" idx="1"/>
          </p:nvPr>
        </p:nvSpPr>
        <p:spPr>
          <a:xfrm>
            <a:off x="158492" y="3587262"/>
            <a:ext cx="11472676" cy="3001107"/>
          </a:xfrm>
        </p:spPr>
        <p:txBody>
          <a:bodyPr>
            <a:normAutofit fontScale="92500"/>
          </a:bodyPr>
          <a:lstStyle/>
          <a:p>
            <a:r>
              <a:rPr lang="en-US" sz="2600" b="1" dirty="0">
                <a:solidFill>
                  <a:schemeClr val="accent6">
                    <a:lumMod val="60000"/>
                    <a:lumOff val="40000"/>
                  </a:schemeClr>
                </a:solidFill>
              </a:rPr>
              <a:t>Did you know everyone should have their own life story website</a:t>
            </a:r>
            <a:r>
              <a:rPr lang="en-US" sz="2600" b="1" dirty="0" smtClean="0">
                <a:solidFill>
                  <a:schemeClr val="accent6">
                    <a:lumMod val="60000"/>
                    <a:lumOff val="40000"/>
                  </a:schemeClr>
                </a:solidFill>
              </a:rPr>
              <a:t>?</a:t>
            </a:r>
          </a:p>
          <a:p>
            <a:r>
              <a:rPr lang="en-US" sz="1600" dirty="0"/>
              <a:t/>
            </a:r>
            <a:br>
              <a:rPr lang="en-US" sz="1600" dirty="0"/>
            </a:br>
            <a:r>
              <a:rPr lang="en-US" sz="1600" b="1" dirty="0"/>
              <a:t>Don’t let others write your story</a:t>
            </a:r>
            <a:r>
              <a:rPr lang="en-US" sz="1600" dirty="0"/>
              <a:t> — write your own</a:t>
            </a:r>
            <a:r>
              <a:rPr lang="en-US" sz="1600" dirty="0" smtClean="0"/>
              <a:t>!</a:t>
            </a:r>
          </a:p>
          <a:p>
            <a:r>
              <a:rPr lang="en-US" sz="1600" dirty="0"/>
              <a:t/>
            </a:r>
            <a:br>
              <a:rPr lang="en-US" sz="1600" dirty="0"/>
            </a:br>
            <a:r>
              <a:rPr lang="en-US" sz="1600" b="1" dirty="0"/>
              <a:t>🖋️ Leave behind your real life story</a:t>
            </a:r>
            <a:r>
              <a:rPr lang="en-US" sz="1600" dirty="0"/>
              <a:t> — as you lived it</a:t>
            </a:r>
            <a:r>
              <a:rPr lang="en-US" sz="1600" dirty="0" smtClean="0"/>
              <a:t>.</a:t>
            </a:r>
          </a:p>
          <a:p>
            <a:r>
              <a:rPr lang="en-US" sz="1600" dirty="0"/>
              <a:t/>
            </a:r>
            <a:br>
              <a:rPr lang="en-US" sz="1600" dirty="0"/>
            </a:br>
            <a:r>
              <a:rPr lang="en-US" sz="1600" b="1" dirty="0"/>
              <a:t>📸 Organize your memories digitally</a:t>
            </a:r>
            <a:r>
              <a:rPr lang="en-US" sz="1600" dirty="0"/>
              <a:t> — better than </a:t>
            </a:r>
            <a:r>
              <a:rPr lang="en-US" sz="1600" dirty="0" smtClean="0"/>
              <a:t>HARD photo </a:t>
            </a:r>
            <a:r>
              <a:rPr lang="en-US" sz="1600" dirty="0"/>
              <a:t>albums</a:t>
            </a:r>
            <a:r>
              <a:rPr lang="en-US" sz="1600" dirty="0" smtClean="0"/>
              <a:t>.</a:t>
            </a:r>
          </a:p>
          <a:p>
            <a:r>
              <a:rPr lang="en-US" sz="1600" dirty="0"/>
              <a:t/>
            </a:r>
            <a:br>
              <a:rPr lang="en-US" sz="1600" dirty="0"/>
            </a:br>
            <a:r>
              <a:rPr lang="en-US" sz="1600" b="1" dirty="0"/>
              <a:t>🔒 Private &amp; secure</a:t>
            </a:r>
            <a:r>
              <a:rPr lang="en-US" sz="1600" dirty="0"/>
              <a:t> — only accessible by those you allow.</a:t>
            </a:r>
          </a:p>
          <a:p>
            <a:endParaRPr lang="en-US" sz="1600" dirty="0"/>
          </a:p>
        </p:txBody>
      </p:sp>
    </p:spTree>
    <p:extLst>
      <p:ext uri="{BB962C8B-B14F-4D97-AF65-F5344CB8AC3E}">
        <p14:creationId xmlns:p14="http://schemas.microsoft.com/office/powerpoint/2010/main" val="6104537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082" y="191461"/>
            <a:ext cx="9404723" cy="1400530"/>
          </a:xfrm>
        </p:spPr>
        <p:txBody>
          <a:bodyPr/>
          <a:lstStyle/>
          <a:p>
            <a:r>
              <a:rPr lang="en-US" sz="3200" b="1" dirty="0"/>
              <a:t>Tip: Preserve Your Memories the Smart Way</a:t>
            </a:r>
            <a:br>
              <a:rPr lang="en-US" sz="3200" b="1" dirty="0"/>
            </a:br>
            <a:endParaRPr lang="en-US" sz="3200" dirty="0"/>
          </a:p>
        </p:txBody>
      </p:sp>
      <p:sp>
        <p:nvSpPr>
          <p:cNvPr id="3" name="Content Placeholder 2"/>
          <p:cNvSpPr>
            <a:spLocks noGrp="1"/>
          </p:cNvSpPr>
          <p:nvPr>
            <p:ph idx="1"/>
          </p:nvPr>
        </p:nvSpPr>
        <p:spPr>
          <a:xfrm>
            <a:off x="1291997" y="1293159"/>
            <a:ext cx="8946541" cy="5296327"/>
          </a:xfrm>
        </p:spPr>
        <p:txBody>
          <a:bodyPr>
            <a:normAutofit fontScale="85000" lnSpcReduction="10000"/>
          </a:bodyPr>
          <a:lstStyle/>
          <a:p>
            <a:r>
              <a:rPr lang="en-US" dirty="0"/>
              <a:t>Why risk losing your precious photos to damage, aging, or misplacement in physical albums</a:t>
            </a:r>
            <a:r>
              <a:rPr lang="en-US" dirty="0" smtClean="0"/>
              <a:t>?</a:t>
            </a:r>
          </a:p>
          <a:p>
            <a:pPr marL="0" indent="0">
              <a:buNone/>
            </a:pPr>
            <a:endParaRPr lang="en-US" dirty="0"/>
          </a:p>
          <a:p>
            <a:r>
              <a:rPr lang="en-US" dirty="0"/>
              <a:t>Instead, </a:t>
            </a:r>
            <a:r>
              <a:rPr lang="en-US" b="1" dirty="0"/>
              <a:t>create your own life story website</a:t>
            </a:r>
            <a:r>
              <a:rPr lang="en-US" dirty="0"/>
              <a:t> — a secure, organized, and lasting digital home for your memories</a:t>
            </a:r>
            <a:r>
              <a:rPr lang="en-US" dirty="0" smtClean="0"/>
              <a:t>.</a:t>
            </a:r>
          </a:p>
          <a:p>
            <a:endParaRPr lang="en-US" dirty="0"/>
          </a:p>
          <a:p>
            <a:pPr marL="0" indent="0">
              <a:buNone/>
            </a:pPr>
            <a:r>
              <a:rPr lang="en-US" sz="2800" b="1" dirty="0">
                <a:solidFill>
                  <a:schemeClr val="bg2">
                    <a:lumMod val="60000"/>
                    <a:lumOff val="40000"/>
                  </a:schemeClr>
                </a:solidFill>
              </a:rPr>
              <a:t>✨ Take it a step further</a:t>
            </a:r>
            <a:r>
              <a:rPr lang="en-US" sz="2800" b="1" dirty="0" smtClean="0">
                <a:solidFill>
                  <a:schemeClr val="bg2">
                    <a:lumMod val="60000"/>
                    <a:lumOff val="40000"/>
                  </a:schemeClr>
                </a:solidFill>
              </a:rPr>
              <a:t>:</a:t>
            </a:r>
          </a:p>
          <a:p>
            <a:pPr marL="0" indent="0">
              <a:buNone/>
            </a:pPr>
            <a:r>
              <a:rPr lang="en-US" sz="2800" b="1" dirty="0"/>
              <a:t/>
            </a:r>
            <a:br>
              <a:rPr lang="en-US" sz="2800" b="1" dirty="0"/>
            </a:br>
            <a:r>
              <a:rPr lang="en-US" sz="2800" b="1" dirty="0"/>
              <a:t>🖨 </a:t>
            </a:r>
            <a:r>
              <a:rPr lang="en-US" dirty="0" smtClean="0"/>
              <a:t>Print </a:t>
            </a:r>
            <a:r>
              <a:rPr lang="en-US" dirty="0"/>
              <a:t>a </a:t>
            </a:r>
            <a:r>
              <a:rPr lang="en-US" b="1" dirty="0"/>
              <a:t>QR code linked to your website</a:t>
            </a:r>
            <a:r>
              <a:rPr lang="en-US" dirty="0"/>
              <a:t>, place it in an elegant frame, and hang it on the wall of your living room. This simple setup allows your friends, guests, and loved ones to easily access your life story with just a quick scan</a:t>
            </a:r>
            <a:r>
              <a:rPr lang="en-US" dirty="0" smtClean="0"/>
              <a:t>.</a:t>
            </a:r>
          </a:p>
          <a:p>
            <a:pPr marL="0" indent="0">
              <a:buNone/>
            </a:pPr>
            <a:endParaRPr lang="en-US" dirty="0"/>
          </a:p>
          <a:p>
            <a:r>
              <a:rPr lang="en-US" sz="3500" dirty="0">
                <a:solidFill>
                  <a:schemeClr val="accent2"/>
                </a:solidFill>
              </a:rPr>
              <a:t>Below</a:t>
            </a:r>
            <a:r>
              <a:rPr lang="en-US" sz="3500" dirty="0" smtClean="0">
                <a:solidFill>
                  <a:schemeClr val="accent2"/>
                </a:solidFill>
              </a:rPr>
              <a:t>👇</a:t>
            </a:r>
            <a:r>
              <a:rPr lang="en-US" dirty="0" smtClean="0"/>
              <a:t> </a:t>
            </a:r>
            <a:r>
              <a:rPr lang="en-US" dirty="0"/>
              <a:t>is an example of a QR </a:t>
            </a:r>
            <a:r>
              <a:rPr lang="en-US" dirty="0" smtClean="0"/>
              <a:t>code of my life story website(</a:t>
            </a:r>
            <a:r>
              <a:rPr lang="en-US" b="1" i="1" dirty="0" smtClean="0"/>
              <a:t>SAMPLE WEBSITE</a:t>
            </a:r>
            <a:r>
              <a:rPr lang="en-US" dirty="0" smtClean="0"/>
              <a:t>) </a:t>
            </a:r>
            <a:r>
              <a:rPr lang="en-US" dirty="0"/>
              <a:t>displayed on a living room </a:t>
            </a:r>
            <a:r>
              <a:rPr lang="en-US" dirty="0" smtClean="0"/>
              <a:t>wall. —</a:t>
            </a:r>
            <a:r>
              <a:rPr lang="en-US" sz="2800" dirty="0" smtClean="0">
                <a:solidFill>
                  <a:schemeClr val="accent2"/>
                </a:solidFill>
              </a:rPr>
              <a:t> </a:t>
            </a:r>
            <a:r>
              <a:rPr lang="en-US" sz="2800" i="1" dirty="0">
                <a:solidFill>
                  <a:schemeClr val="accent2"/>
                </a:solidFill>
              </a:rPr>
              <a:t>a modern way to keep your story alive </a:t>
            </a:r>
            <a:r>
              <a:rPr lang="en-US" sz="2800" i="1" dirty="0" smtClean="0">
                <a:solidFill>
                  <a:schemeClr val="accent2"/>
                </a:solidFill>
              </a:rPr>
              <a:t>and easily </a:t>
            </a:r>
            <a:r>
              <a:rPr lang="en-US" sz="2800" i="1" dirty="0" smtClean="0">
                <a:solidFill>
                  <a:schemeClr val="accent2"/>
                </a:solidFill>
              </a:rPr>
              <a:t>accessible </a:t>
            </a:r>
            <a:r>
              <a:rPr lang="en-US" sz="2800" dirty="0" smtClean="0">
                <a:solidFill>
                  <a:schemeClr val="accent2"/>
                </a:solidFill>
              </a:rPr>
              <a:t>👇 </a:t>
            </a:r>
            <a:r>
              <a:rPr lang="en-US" dirty="0"/>
              <a:t>(feel free to scan it</a:t>
            </a:r>
            <a:r>
              <a:rPr lang="en-US" i="1" dirty="0">
                <a:solidFill>
                  <a:schemeClr val="accent2"/>
                </a:solidFill>
              </a:rPr>
              <a:t> </a:t>
            </a:r>
            <a:r>
              <a:rPr lang="en-US" i="1" dirty="0">
                <a:solidFill>
                  <a:schemeClr val="accent4"/>
                </a:solidFill>
              </a:rPr>
              <a:t>🙂</a:t>
            </a:r>
            <a:r>
              <a:rPr lang="en-US" dirty="0"/>
              <a:t>)</a:t>
            </a:r>
            <a:endParaRPr lang="en-US" i="1" dirty="0">
              <a:solidFill>
                <a:schemeClr val="accent2"/>
              </a:solidFill>
            </a:endParaRPr>
          </a:p>
          <a:p>
            <a:endParaRPr lang="en-US" dirty="0"/>
          </a:p>
        </p:txBody>
      </p:sp>
    </p:spTree>
    <p:extLst>
      <p:ext uri="{BB962C8B-B14F-4D97-AF65-F5344CB8AC3E}">
        <p14:creationId xmlns:p14="http://schemas.microsoft.com/office/powerpoint/2010/main" val="18991922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9940" y="-700265"/>
            <a:ext cx="9404723" cy="1400530"/>
          </a:xfrm>
        </p:spPr>
        <p:txBody>
          <a:bodyPr/>
          <a:lstStyle/>
          <a:p>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48553" y="76151"/>
            <a:ext cx="7315199" cy="6698343"/>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13829" y="508000"/>
            <a:ext cx="3744685" cy="2882900"/>
          </a:xfrm>
          <a:prstGeom prst="rect">
            <a:avLst/>
          </a:prstGeom>
        </p:spPr>
      </p:pic>
    </p:spTree>
    <p:extLst>
      <p:ext uri="{BB962C8B-B14F-4D97-AF65-F5344CB8AC3E}">
        <p14:creationId xmlns:p14="http://schemas.microsoft.com/office/powerpoint/2010/main" val="8520650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7533" y="927738"/>
            <a:ext cx="9404723" cy="1400530"/>
          </a:xfrm>
        </p:spPr>
        <p:txBody>
          <a:bodyPr/>
          <a:lstStyle/>
          <a:p>
            <a:r>
              <a:rPr lang="en-US" sz="4800" b="1" dirty="0"/>
              <a:t>💻 About This </a:t>
            </a:r>
            <a:r>
              <a:rPr lang="en-US" sz="4800" b="1" dirty="0" smtClean="0"/>
              <a:t>Sample Website</a:t>
            </a:r>
            <a:r>
              <a:rPr lang="en-US" sz="4800" dirty="0"/>
              <a:t/>
            </a:r>
            <a:br>
              <a:rPr lang="en-US" sz="4800" dirty="0"/>
            </a:br>
            <a:endParaRPr lang="en-US" sz="4800" dirty="0"/>
          </a:p>
        </p:txBody>
      </p:sp>
      <p:sp>
        <p:nvSpPr>
          <p:cNvPr id="3" name="Content Placeholder 2"/>
          <p:cNvSpPr>
            <a:spLocks noGrp="1"/>
          </p:cNvSpPr>
          <p:nvPr>
            <p:ph idx="1"/>
          </p:nvPr>
        </p:nvSpPr>
        <p:spPr>
          <a:xfrm>
            <a:off x="485057" y="2530778"/>
            <a:ext cx="8946541" cy="3423138"/>
          </a:xfrm>
        </p:spPr>
        <p:txBody>
          <a:bodyPr>
            <a:normAutofit fontScale="77500" lnSpcReduction="20000"/>
          </a:bodyPr>
          <a:lstStyle/>
          <a:p>
            <a:r>
              <a:rPr lang="en-US" sz="3600" dirty="0"/>
              <a:t>This life story </a:t>
            </a:r>
            <a:r>
              <a:rPr lang="en-US" sz="3600" dirty="0" smtClean="0"/>
              <a:t>website of </a:t>
            </a:r>
            <a:r>
              <a:rPr lang="en-US" sz="3600" dirty="0" smtClean="0"/>
              <a:t>mine was </a:t>
            </a:r>
            <a:r>
              <a:rPr lang="en-US" sz="3600" dirty="0"/>
              <a:t>built just for fun and as a sample</a:t>
            </a:r>
            <a:r>
              <a:rPr lang="en-US" sz="3600" dirty="0" smtClean="0"/>
              <a:t>. And it doesn’t include sensitive information as it’s just a sample without any protection.</a:t>
            </a:r>
            <a:endParaRPr lang="en-US" sz="3600" dirty="0" smtClean="0"/>
          </a:p>
          <a:p>
            <a:endParaRPr lang="en-US" sz="3600" dirty="0" smtClean="0"/>
          </a:p>
          <a:p>
            <a:r>
              <a:rPr lang="en-US" sz="3600" dirty="0"/>
              <a:t>Imagine what I can build for you — together with my software development team </a:t>
            </a:r>
            <a:r>
              <a:rPr lang="en-US" sz="3600" dirty="0" smtClean="0"/>
              <a:t>😊</a:t>
            </a:r>
            <a:r>
              <a:rPr lang="en-US" sz="3600" dirty="0"/>
              <a:t/>
            </a:r>
            <a:br>
              <a:rPr lang="en-US" sz="3600" dirty="0"/>
            </a:br>
            <a:endParaRPr lang="en-US" sz="3600" dirty="0"/>
          </a:p>
        </p:txBody>
      </p:sp>
    </p:spTree>
    <p:extLst>
      <p:ext uri="{BB962C8B-B14F-4D97-AF65-F5344CB8AC3E}">
        <p14:creationId xmlns:p14="http://schemas.microsoft.com/office/powerpoint/2010/main" val="7842895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3839" y="367374"/>
            <a:ext cx="9404723" cy="1400530"/>
          </a:xfrm>
        </p:spPr>
        <p:txBody>
          <a:bodyPr/>
          <a:lstStyle/>
          <a:p>
            <a:r>
              <a:rPr lang="en-US" sz="6000" b="1" dirty="0"/>
              <a:t>🚀 What We </a:t>
            </a:r>
            <a:r>
              <a:rPr lang="en-US" sz="6000" b="1" dirty="0" smtClean="0"/>
              <a:t>Do:</a:t>
            </a:r>
            <a:r>
              <a:rPr lang="en-US" sz="6000" dirty="0"/>
              <a:t/>
            </a:r>
            <a:br>
              <a:rPr lang="en-US" sz="6000" dirty="0"/>
            </a:br>
            <a:endParaRPr lang="en-US" sz="6000" dirty="0"/>
          </a:p>
        </p:txBody>
      </p:sp>
      <p:sp>
        <p:nvSpPr>
          <p:cNvPr id="3" name="Content Placeholder 2"/>
          <p:cNvSpPr>
            <a:spLocks noGrp="1"/>
          </p:cNvSpPr>
          <p:nvPr>
            <p:ph idx="1"/>
          </p:nvPr>
        </p:nvSpPr>
        <p:spPr/>
        <p:txBody>
          <a:bodyPr>
            <a:normAutofit fontScale="92500" lnSpcReduction="20000"/>
          </a:bodyPr>
          <a:lstStyle/>
          <a:p>
            <a:pPr lvl="0"/>
            <a:r>
              <a:rPr lang="en-US" sz="3200" dirty="0"/>
              <a:t>Web Design &amp; </a:t>
            </a:r>
            <a:r>
              <a:rPr lang="en-US" sz="3200" dirty="0" smtClean="0"/>
              <a:t>Hosting</a:t>
            </a:r>
          </a:p>
          <a:p>
            <a:pPr lvl="0"/>
            <a:endParaRPr lang="en-US" sz="3200" dirty="0"/>
          </a:p>
          <a:p>
            <a:pPr lvl="0"/>
            <a:r>
              <a:rPr lang="en-US" sz="3200" dirty="0"/>
              <a:t>Business Systems </a:t>
            </a:r>
            <a:r>
              <a:rPr lang="en-US" sz="3200" dirty="0" smtClean="0"/>
              <a:t>SOFTWARE Development</a:t>
            </a:r>
          </a:p>
          <a:p>
            <a:pPr lvl="0"/>
            <a:endParaRPr lang="en-US" sz="3200" dirty="0"/>
          </a:p>
          <a:p>
            <a:pPr lvl="0"/>
            <a:r>
              <a:rPr lang="en-US" sz="3200" dirty="0"/>
              <a:t>Mobile </a:t>
            </a:r>
            <a:r>
              <a:rPr lang="en-US" sz="3200" dirty="0" smtClean="0"/>
              <a:t>Apps Software Development </a:t>
            </a:r>
          </a:p>
          <a:p>
            <a:pPr marL="0" lvl="0" indent="0">
              <a:buNone/>
            </a:pPr>
            <a:endParaRPr lang="en-US" sz="3200" dirty="0" smtClean="0"/>
          </a:p>
          <a:p>
            <a:pPr lvl="0"/>
            <a:r>
              <a:rPr lang="en-US" sz="3200" dirty="0" smtClean="0"/>
              <a:t>Software project management</a:t>
            </a:r>
            <a:endParaRPr lang="en-US" sz="3200" dirty="0"/>
          </a:p>
          <a:p>
            <a:pPr marL="0" indent="0">
              <a:buNone/>
            </a:pPr>
            <a:r>
              <a:rPr lang="en-US" sz="3200" dirty="0"/>
              <a:t> </a:t>
            </a:r>
          </a:p>
          <a:p>
            <a:endParaRPr lang="en-US" sz="3200" dirty="0"/>
          </a:p>
        </p:txBody>
      </p:sp>
    </p:spTree>
    <p:extLst>
      <p:ext uri="{BB962C8B-B14F-4D97-AF65-F5344CB8AC3E}">
        <p14:creationId xmlns:p14="http://schemas.microsoft.com/office/powerpoint/2010/main" val="126441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1442" y="89680"/>
            <a:ext cx="9404723" cy="1400530"/>
          </a:xfrm>
        </p:spPr>
        <p:txBody>
          <a:bodyPr/>
          <a:lstStyle/>
          <a:p>
            <a:r>
              <a:rPr lang="en-US" sz="5400" dirty="0"/>
              <a:t>📩 </a:t>
            </a:r>
            <a:r>
              <a:rPr lang="en-US" sz="5400" b="1" dirty="0"/>
              <a:t>Interested? Let’s talk!</a:t>
            </a:r>
            <a:r>
              <a:rPr lang="en-US" sz="5400" dirty="0"/>
              <a:t/>
            </a:r>
            <a:br>
              <a:rPr lang="en-US" sz="5400" dirty="0"/>
            </a:br>
            <a:endParaRPr lang="en-US" sz="5400" dirty="0"/>
          </a:p>
        </p:txBody>
      </p:sp>
      <p:sp>
        <p:nvSpPr>
          <p:cNvPr id="3" name="Content Placeholder 2"/>
          <p:cNvSpPr>
            <a:spLocks noGrp="1"/>
          </p:cNvSpPr>
          <p:nvPr>
            <p:ph idx="1"/>
          </p:nvPr>
        </p:nvSpPr>
        <p:spPr>
          <a:xfrm>
            <a:off x="97877" y="1490209"/>
            <a:ext cx="11698288" cy="5227113"/>
          </a:xfrm>
        </p:spPr>
        <p:txBody>
          <a:bodyPr>
            <a:normAutofit fontScale="47500" lnSpcReduction="20000"/>
          </a:bodyPr>
          <a:lstStyle/>
          <a:p>
            <a:r>
              <a:rPr lang="en-US" sz="4400" dirty="0" smtClean="0"/>
              <a:t>Email:  </a:t>
            </a:r>
            <a:r>
              <a:rPr lang="en-US" sz="4400" dirty="0" smtClean="0">
                <a:hlinkClick r:id="rId2"/>
              </a:rPr>
              <a:t>eugenembayire@gmail.com</a:t>
            </a:r>
            <a:endParaRPr lang="en-US" sz="4400" dirty="0" smtClean="0"/>
          </a:p>
          <a:p>
            <a:endParaRPr lang="en-US" sz="4400" dirty="0"/>
          </a:p>
          <a:p>
            <a:r>
              <a:rPr lang="en-US" sz="4400" dirty="0" smtClean="0"/>
              <a:t>Phone (</a:t>
            </a:r>
            <a:r>
              <a:rPr lang="en-US" sz="4400" dirty="0" err="1" smtClean="0"/>
              <a:t>Whatsapp</a:t>
            </a:r>
            <a:r>
              <a:rPr lang="en-US" sz="4400" dirty="0" smtClean="0"/>
              <a:t> &amp; M</a:t>
            </a:r>
            <a:r>
              <a:rPr lang="en-US" sz="4400" i="1" dirty="0">
                <a:solidFill>
                  <a:schemeClr val="accent4"/>
                </a:solidFill>
                <a:effectLst>
                  <a:outerShdw blurRad="38100" dist="38100" dir="2700000" algn="tl">
                    <a:srgbClr val="000000">
                      <a:alpha val="43137"/>
                    </a:srgbClr>
                  </a:outerShdw>
                </a:effectLst>
              </a:rPr>
              <a:t> </a:t>
            </a:r>
            <a:r>
              <a:rPr lang="en-US" sz="4400" dirty="0">
                <a:solidFill>
                  <a:schemeClr val="accent4"/>
                </a:solidFill>
                <a:effectLst>
                  <a:outerShdw blurRad="38100" dist="38100" dir="2700000" algn="tl">
                    <a:srgbClr val="000000">
                      <a:alpha val="43137"/>
                    </a:srgbClr>
                  </a:outerShdw>
                </a:effectLst>
              </a:rPr>
              <a:t>🙂 </a:t>
            </a:r>
            <a:r>
              <a:rPr lang="en-US" sz="4400" dirty="0" smtClean="0"/>
              <a:t>M</a:t>
            </a:r>
            <a:r>
              <a:rPr lang="en-US" sz="4200" b="1" dirty="0">
                <a:effectLst>
                  <a:outerShdw blurRad="38100" dist="38100" dir="2700000" algn="tl">
                    <a:srgbClr val="000000">
                      <a:alpha val="43137"/>
                    </a:srgbClr>
                  </a:outerShdw>
                </a:effectLst>
              </a:rPr>
              <a:t>O</a:t>
            </a:r>
            <a:r>
              <a:rPr lang="en-US" sz="1800" b="1" i="1" dirty="0" smtClean="0">
                <a:solidFill>
                  <a:schemeClr val="accent4"/>
                </a:solidFill>
                <a:effectLst>
                  <a:outerShdw blurRad="38100" dist="38100" dir="2700000" algn="tl">
                    <a:srgbClr val="000000">
                      <a:alpha val="43137"/>
                    </a:srgbClr>
                  </a:outerShdw>
                </a:effectLst>
              </a:rPr>
              <a:t> </a:t>
            </a:r>
            <a:r>
              <a:rPr lang="en-US" sz="4400" dirty="0" smtClean="0"/>
              <a:t>): </a:t>
            </a:r>
            <a:r>
              <a:rPr lang="en-US" sz="4400" dirty="0" smtClean="0"/>
              <a:t>+</a:t>
            </a:r>
            <a:r>
              <a:rPr lang="en-US" sz="4400" dirty="0" smtClean="0"/>
              <a:t>250784643357</a:t>
            </a:r>
          </a:p>
          <a:p>
            <a:pPr marL="0" indent="0">
              <a:buNone/>
            </a:pPr>
            <a:endParaRPr lang="en-US" sz="4400" dirty="0"/>
          </a:p>
          <a:p>
            <a:pPr marL="0" indent="0">
              <a:buNone/>
            </a:pPr>
            <a:r>
              <a:rPr lang="en-US" sz="4400" dirty="0" smtClean="0"/>
              <a:t>							</a:t>
            </a:r>
          </a:p>
          <a:p>
            <a:pPr marL="0" indent="0">
              <a:buNone/>
            </a:pPr>
            <a:r>
              <a:rPr lang="en-US" sz="4400" dirty="0"/>
              <a:t>	</a:t>
            </a:r>
            <a:r>
              <a:rPr lang="en-US" sz="4400" dirty="0" smtClean="0"/>
              <a:t>					</a:t>
            </a:r>
            <a:r>
              <a:rPr lang="en-US" sz="5800" b="1" dirty="0" smtClean="0"/>
              <a:t>SCAN </a:t>
            </a:r>
            <a:r>
              <a:rPr lang="en-US" sz="5800" b="1" dirty="0"/>
              <a:t>THE ABOVE </a:t>
            </a:r>
            <a:r>
              <a:rPr lang="en-US" sz="5800" b="1" dirty="0" smtClean="0"/>
              <a:t>👆 </a:t>
            </a:r>
            <a:r>
              <a:rPr lang="en-US" sz="5800" b="1" dirty="0" smtClean="0"/>
              <a:t>QR CODE (ON </a:t>
            </a:r>
            <a:r>
              <a:rPr lang="en-US" sz="5800" b="1" dirty="0">
                <a:solidFill>
                  <a:schemeClr val="accent1">
                    <a:lumMod val="40000"/>
                    <a:lumOff val="60000"/>
                  </a:schemeClr>
                </a:solidFill>
              </a:rPr>
              <a:t>PAGE3</a:t>
            </a:r>
            <a:r>
              <a:rPr lang="en-US" sz="5800" b="1" dirty="0"/>
              <a:t>) </a:t>
            </a:r>
            <a:r>
              <a:rPr lang="en-US" sz="5800" b="1" dirty="0" smtClean="0"/>
              <a:t>👆</a:t>
            </a:r>
            <a:endParaRPr lang="en-US" sz="5800" b="1" dirty="0" smtClean="0"/>
          </a:p>
          <a:p>
            <a:pPr marL="0" indent="0">
              <a:buNone/>
            </a:pPr>
            <a:r>
              <a:rPr lang="en-US" sz="4400" dirty="0" smtClean="0"/>
              <a:t>									</a:t>
            </a:r>
          </a:p>
          <a:p>
            <a:pPr marL="0" indent="0">
              <a:buNone/>
            </a:pPr>
            <a:r>
              <a:rPr lang="en-US" sz="4400" dirty="0"/>
              <a:t>	</a:t>
            </a:r>
            <a:r>
              <a:rPr lang="en-US" sz="4400" dirty="0" smtClean="0"/>
              <a:t>											</a:t>
            </a:r>
            <a:r>
              <a:rPr lang="en-US" sz="9300" b="1" dirty="0" smtClean="0"/>
              <a:t>OR</a:t>
            </a:r>
            <a:endParaRPr lang="en-US" sz="4400" b="1" dirty="0" smtClean="0"/>
          </a:p>
          <a:p>
            <a:pPr marL="400050" lvl="1" indent="0" algn="r">
              <a:buNone/>
            </a:pPr>
            <a:r>
              <a:rPr lang="en-US" sz="16600" b="1" i="1" dirty="0" smtClean="0">
                <a:solidFill>
                  <a:schemeClr val="accent2"/>
                </a:solidFill>
                <a:effectLst>
                  <a:outerShdw blurRad="38100" dist="38100" dir="2700000" algn="tl">
                    <a:srgbClr val="000000">
                      <a:alpha val="43137"/>
                    </a:srgbClr>
                  </a:outerShdw>
                </a:effectLst>
                <a:hlinkClick r:id="rId3"/>
              </a:rPr>
              <a:t>CLICK </a:t>
            </a:r>
            <a:r>
              <a:rPr lang="en-US" sz="16600" b="1" i="1" dirty="0" smtClean="0">
                <a:solidFill>
                  <a:schemeClr val="accent2"/>
                </a:solidFill>
                <a:effectLst>
                  <a:outerShdw blurRad="38100" dist="38100" dir="2700000" algn="tl">
                    <a:srgbClr val="000000">
                      <a:alpha val="43137"/>
                    </a:srgbClr>
                  </a:outerShdw>
                </a:effectLst>
                <a:hlinkClick r:id="rId3"/>
              </a:rPr>
              <a:t>HERE</a:t>
            </a:r>
            <a:r>
              <a:rPr lang="en-US" sz="16600" i="1" dirty="0" smtClean="0">
                <a:solidFill>
                  <a:schemeClr val="accent2"/>
                </a:solidFill>
                <a:effectLst>
                  <a:outerShdw blurRad="38100" dist="38100" dir="2700000" algn="tl">
                    <a:srgbClr val="000000">
                      <a:alpha val="43137"/>
                    </a:srgbClr>
                  </a:outerShdw>
                </a:effectLst>
                <a:hlinkClick r:id="rId3"/>
              </a:rPr>
              <a:t> </a:t>
            </a:r>
            <a:r>
              <a:rPr lang="en-US" sz="4200" i="1" dirty="0" smtClean="0">
                <a:solidFill>
                  <a:schemeClr val="accent2"/>
                </a:solidFill>
                <a:effectLst>
                  <a:outerShdw blurRad="38100" dist="38100" dir="2700000" algn="tl">
                    <a:srgbClr val="000000">
                      <a:alpha val="43137"/>
                    </a:srgbClr>
                  </a:outerShdw>
                </a:effectLst>
                <a:hlinkClick r:id="rId3"/>
              </a:rPr>
              <a:t>TO VISIT MY LIFE </a:t>
            </a:r>
            <a:r>
              <a:rPr lang="en-US" sz="4200" i="1" dirty="0" smtClean="0">
                <a:solidFill>
                  <a:schemeClr val="accent2"/>
                </a:solidFill>
                <a:effectLst>
                  <a:outerShdw blurRad="38100" dist="38100" dir="2700000" algn="tl">
                    <a:srgbClr val="000000">
                      <a:alpha val="43137"/>
                    </a:srgbClr>
                  </a:outerShdw>
                </a:effectLst>
                <a:hlinkClick r:id="rId3"/>
              </a:rPr>
              <a:t>STORY </a:t>
            </a:r>
            <a:r>
              <a:rPr lang="en-US" sz="4200" i="1" dirty="0" smtClean="0">
                <a:solidFill>
                  <a:schemeClr val="accent2"/>
                </a:solidFill>
                <a:effectLst>
                  <a:outerShdw blurRad="38100" dist="38100" dir="2700000" algn="tl">
                    <a:srgbClr val="000000">
                      <a:alpha val="43137"/>
                    </a:srgbClr>
                  </a:outerShdw>
                </a:effectLst>
                <a:hlinkClick r:id="rId3"/>
              </a:rPr>
              <a:t>SAMPLE</a:t>
            </a:r>
            <a:r>
              <a:rPr lang="en-US" sz="4200" i="1" dirty="0" smtClean="0">
                <a:solidFill>
                  <a:schemeClr val="accent2"/>
                </a:solidFill>
                <a:effectLst>
                  <a:outerShdw blurRad="38100" dist="38100" dir="2700000" algn="tl">
                    <a:srgbClr val="000000">
                      <a:alpha val="43137"/>
                    </a:srgbClr>
                  </a:outerShdw>
                </a:effectLst>
                <a:hlinkClick r:id="rId3"/>
              </a:rPr>
              <a:t> WEBSITE</a:t>
            </a:r>
          </a:p>
          <a:p>
            <a:pPr marL="400050" lvl="1" indent="0" algn="r">
              <a:buNone/>
            </a:pPr>
            <a:endParaRPr lang="en-US" sz="10600" b="1" i="1" dirty="0" smtClean="0">
              <a:effectLst>
                <a:outerShdw blurRad="38100" dist="38100" dir="2700000" algn="tl">
                  <a:srgbClr val="000000">
                    <a:alpha val="43137"/>
                  </a:srgbClr>
                </a:outerShdw>
              </a:effectLst>
              <a:hlinkClick r:id="rId3"/>
            </a:endParaRPr>
          </a:p>
          <a:p>
            <a:pPr marL="400050" lvl="1" indent="0" algn="r">
              <a:buNone/>
            </a:pPr>
            <a:endParaRPr lang="en-US" sz="10600" b="1" i="1" dirty="0">
              <a:effectLst>
                <a:outerShdw blurRad="38100" dist="38100" dir="2700000" algn="tl">
                  <a:srgbClr val="000000">
                    <a:alpha val="43137"/>
                  </a:srgbClr>
                </a:outerShdw>
              </a:effectLst>
              <a:hlinkClick r:id="rId3"/>
            </a:endParaRPr>
          </a:p>
          <a:p>
            <a:pPr marL="400050" lvl="1" indent="0" algn="r">
              <a:buNone/>
            </a:pPr>
            <a:endParaRPr lang="en-US" sz="2000" dirty="0"/>
          </a:p>
        </p:txBody>
      </p:sp>
    </p:spTree>
    <p:extLst>
      <p:ext uri="{BB962C8B-B14F-4D97-AF65-F5344CB8AC3E}">
        <p14:creationId xmlns:p14="http://schemas.microsoft.com/office/powerpoint/2010/main" val="239769191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239</TotalTime>
  <Words>166</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Century Gothic</vt:lpstr>
      <vt:lpstr>Wingdings 3</vt:lpstr>
      <vt:lpstr>Ion</vt:lpstr>
      <vt:lpstr>🌍 Why You Should Own a Life Story Website?  By Eugene Mbayire </vt:lpstr>
      <vt:lpstr>Tip: Preserve Your Memories the Smart Way </vt:lpstr>
      <vt:lpstr>PowerPoint Presentation</vt:lpstr>
      <vt:lpstr>💻 About This Sample Website </vt:lpstr>
      <vt:lpstr>🚀 What We Do: </vt:lpstr>
      <vt:lpstr>📩 Interested? Let’s talk!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Why You Should Own a Life Story Website?</dc:title>
  <dc:creator>U-Gen</dc:creator>
  <cp:lastModifiedBy>U-Gen</cp:lastModifiedBy>
  <cp:revision>40</cp:revision>
  <dcterms:created xsi:type="dcterms:W3CDTF">2025-06-19T13:18:38Z</dcterms:created>
  <dcterms:modified xsi:type="dcterms:W3CDTF">2025-07-05T15:44:45Z</dcterms:modified>
</cp:coreProperties>
</file>