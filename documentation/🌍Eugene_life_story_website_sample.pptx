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29" autoAdjust="0"/>
    <p:restoredTop sz="94660"/>
  </p:normalViewPr>
  <p:slideViewPr>
    <p:cSldViewPr snapToGrid="0" showGuides="1">
      <p:cViewPr varScale="1">
        <p:scale>
          <a:sx n="65" d="100"/>
          <a:sy n="65" d="100"/>
        </p:scale>
        <p:origin x="197" y="72"/>
      </p:cViewPr>
      <p:guideLst>
        <p:guide orient="horz" pos="21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085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361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0576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286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796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584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61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143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929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150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830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029825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1915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4109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7500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0873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337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00AFC816-D61A-4F5D-88B8-4E6F6AD2013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B2745-037E-445D-9D71-370F0E5ED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81882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ugene-mbayire.github.io/Eugene_Mbayire_story/" TargetMode="External"/><Relationship Id="rId2" Type="http://schemas.openxmlformats.org/officeDocument/2006/relationships/hyperlink" Target="mailto:eugenembayire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56215" y="78904"/>
            <a:ext cx="8825658" cy="3311996"/>
          </a:xfrm>
        </p:spPr>
        <p:txBody>
          <a:bodyPr/>
          <a:lstStyle/>
          <a:p>
            <a:r>
              <a:rPr lang="en-US" sz="4800" b="1" dirty="0"/>
              <a:t>🌍 Why You Should Own a Life Story </a:t>
            </a:r>
            <a:r>
              <a:rPr lang="en-US" sz="4800" b="1" dirty="0" smtClean="0"/>
              <a:t>Website</a:t>
            </a:r>
            <a:r>
              <a:rPr lang="en-US" sz="4800" b="1" dirty="0" smtClean="0"/>
              <a:t>?</a:t>
            </a:r>
            <a:r>
              <a:rPr lang="en-US" sz="4800" b="1" smtClean="0"/>
              <a:t/>
            </a:r>
            <a:br>
              <a:rPr lang="en-US" sz="4800" b="1" smtClean="0"/>
            </a:br>
            <a:r>
              <a:rPr lang="en-US" sz="4800" b="1" smtClean="0"/>
              <a:t/>
            </a:r>
            <a:br>
              <a:rPr lang="en-US" sz="4800" b="1" smtClean="0"/>
            </a:br>
            <a:r>
              <a:rPr lang="en-US" sz="2000" b="1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By</a:t>
            </a:r>
            <a:r>
              <a:rPr lang="en-US" sz="2000" b="1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, Eugene </a:t>
            </a:r>
            <a:r>
              <a:rPr lang="en-US" sz="2000" b="1" dirty="0" err="1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Mbayire</a:t>
            </a:r>
            <a:r>
              <a:rPr lang="en-US" sz="4800" dirty="0"/>
              <a:t/>
            </a:r>
            <a:br>
              <a:rPr lang="en-US" sz="4800" dirty="0"/>
            </a:br>
            <a:endParaRPr lang="en-US"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8492" y="3587262"/>
            <a:ext cx="11472676" cy="3001107"/>
          </a:xfrm>
        </p:spPr>
        <p:txBody>
          <a:bodyPr>
            <a:normAutofit fontScale="92500"/>
          </a:bodyPr>
          <a:lstStyle/>
          <a:p>
            <a:r>
              <a:rPr lang="en-US" sz="2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Did you know everyone should have their own life story website</a:t>
            </a:r>
            <a:r>
              <a:rPr lang="en-US" sz="2600" b="1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?</a:t>
            </a:r>
          </a:p>
          <a:p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/>
              <a:t>Don’t let others write your story — write your own</a:t>
            </a:r>
            <a:r>
              <a:rPr lang="en-US" sz="1600" dirty="0" smtClean="0"/>
              <a:t>!</a:t>
            </a:r>
          </a:p>
          <a:p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/>
              <a:t>🖋️ Leave behind your real life story — as you lived it</a:t>
            </a:r>
            <a:r>
              <a:rPr lang="en-US" sz="1600" dirty="0" smtClean="0"/>
              <a:t>.</a:t>
            </a:r>
          </a:p>
          <a:p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/>
              <a:t>📸 Organize your memories digitally — better than photo albums</a:t>
            </a:r>
            <a:r>
              <a:rPr lang="en-US" sz="1600" dirty="0" smtClean="0"/>
              <a:t>.</a:t>
            </a:r>
          </a:p>
          <a:p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/>
              <a:t>🔒 Private &amp; secure — only accessible by those you allow.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10453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7533" y="927738"/>
            <a:ext cx="9404723" cy="1400530"/>
          </a:xfrm>
        </p:spPr>
        <p:txBody>
          <a:bodyPr/>
          <a:lstStyle/>
          <a:p>
            <a:r>
              <a:rPr lang="en-US" sz="4800" b="1" dirty="0"/>
              <a:t>💻 About This </a:t>
            </a:r>
            <a:r>
              <a:rPr lang="en-US" sz="4800" b="1" dirty="0" smtClean="0"/>
              <a:t>Sample Website</a:t>
            </a:r>
            <a:r>
              <a:rPr lang="en-US" sz="4800" dirty="0"/>
              <a:t/>
            </a:r>
            <a:br>
              <a:rPr lang="en-US" sz="4800" dirty="0"/>
            </a:br>
            <a:endParaRPr lang="en-US" sz="4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057" y="2530778"/>
            <a:ext cx="8946541" cy="3423138"/>
          </a:xfrm>
        </p:spPr>
        <p:txBody>
          <a:bodyPr>
            <a:normAutofit fontScale="92500" lnSpcReduction="10000"/>
          </a:bodyPr>
          <a:lstStyle/>
          <a:p>
            <a:r>
              <a:rPr lang="en-US" sz="3600" dirty="0"/>
              <a:t>This life story </a:t>
            </a:r>
            <a:r>
              <a:rPr lang="en-US" sz="3600" dirty="0" smtClean="0"/>
              <a:t>website of mine </a:t>
            </a:r>
            <a:r>
              <a:rPr lang="en-US" sz="3600" dirty="0"/>
              <a:t>you’re seeing was built just for fun and as a sample</a:t>
            </a:r>
            <a:r>
              <a:rPr lang="en-US" sz="3600" dirty="0" smtClean="0"/>
              <a:t>.</a:t>
            </a:r>
          </a:p>
          <a:p>
            <a:r>
              <a:rPr lang="en-US" sz="3600" dirty="0"/>
              <a:t/>
            </a:r>
            <a:br>
              <a:rPr lang="en-US" sz="3600" dirty="0"/>
            </a:br>
            <a:r>
              <a:rPr lang="en-US" sz="3600" dirty="0"/>
              <a:t>Imagine what I can build for you — together with my software development team 😊</a:t>
            </a:r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784289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3839" y="367374"/>
            <a:ext cx="9404723" cy="1400530"/>
          </a:xfrm>
        </p:spPr>
        <p:txBody>
          <a:bodyPr/>
          <a:lstStyle/>
          <a:p>
            <a:r>
              <a:rPr lang="en-US" sz="6000" b="1" dirty="0"/>
              <a:t>🚀 What We </a:t>
            </a:r>
            <a:r>
              <a:rPr lang="en-US" sz="6000" b="1" dirty="0" smtClean="0"/>
              <a:t>Do:</a:t>
            </a:r>
            <a:r>
              <a:rPr lang="en-US" sz="6000" dirty="0"/>
              <a:t/>
            </a:r>
            <a:br>
              <a:rPr lang="en-US" sz="6000" dirty="0"/>
            </a:br>
            <a:endParaRPr lang="en-US" sz="6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sz="3200" dirty="0"/>
              <a:t>Web Design &amp; </a:t>
            </a:r>
            <a:r>
              <a:rPr lang="en-US" sz="3200" dirty="0" smtClean="0"/>
              <a:t>Hosting</a:t>
            </a:r>
          </a:p>
          <a:p>
            <a:pPr lvl="0"/>
            <a:endParaRPr lang="en-US" sz="3200" dirty="0"/>
          </a:p>
          <a:p>
            <a:pPr lvl="0"/>
            <a:r>
              <a:rPr lang="en-US" sz="3200" dirty="0"/>
              <a:t>Business Systems </a:t>
            </a:r>
            <a:r>
              <a:rPr lang="en-US" sz="3200" dirty="0" smtClean="0"/>
              <a:t>SOFTWARE Development</a:t>
            </a:r>
          </a:p>
          <a:p>
            <a:pPr lvl="0"/>
            <a:endParaRPr lang="en-US" sz="3200" dirty="0"/>
          </a:p>
          <a:p>
            <a:pPr lvl="0"/>
            <a:r>
              <a:rPr lang="en-US" sz="3200" dirty="0"/>
              <a:t>Mobile App Software</a:t>
            </a:r>
          </a:p>
          <a:p>
            <a:pPr marL="0" indent="0">
              <a:buNone/>
            </a:pPr>
            <a:r>
              <a:rPr lang="en-US" sz="3200" dirty="0"/>
              <a:t> 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2644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8335" y="652388"/>
            <a:ext cx="9404723" cy="1400530"/>
          </a:xfrm>
        </p:spPr>
        <p:txBody>
          <a:bodyPr/>
          <a:lstStyle/>
          <a:p>
            <a:r>
              <a:rPr lang="en-US" sz="5400" dirty="0"/>
              <a:t>📩 </a:t>
            </a:r>
            <a:r>
              <a:rPr lang="en-US" sz="5400" b="1" dirty="0"/>
              <a:t>Interested? Let’s talk!</a:t>
            </a:r>
            <a:r>
              <a:rPr lang="en-US" sz="5400" dirty="0"/>
              <a:t/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8640" y="2052918"/>
            <a:ext cx="11698288" cy="4640490"/>
          </a:xfrm>
        </p:spPr>
        <p:txBody>
          <a:bodyPr>
            <a:normAutofit/>
          </a:bodyPr>
          <a:lstStyle/>
          <a:p>
            <a:r>
              <a:rPr lang="en-US" dirty="0" smtClean="0"/>
              <a:t>Email:  </a:t>
            </a:r>
            <a:r>
              <a:rPr lang="en-US" dirty="0" smtClean="0">
                <a:hlinkClick r:id="rId2"/>
              </a:rPr>
              <a:t>eugenembayire@gmail.com</a:t>
            </a:r>
            <a:endParaRPr lang="en-US" dirty="0" smtClean="0"/>
          </a:p>
          <a:p>
            <a:endParaRPr lang="en-US" dirty="0"/>
          </a:p>
          <a:p>
            <a:r>
              <a:rPr lang="en-US" dirty="0" smtClean="0"/>
              <a:t>Phone: +250784643357</a:t>
            </a:r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pPr marL="400050" lvl="1" indent="0" algn="r">
              <a:buNone/>
            </a:pPr>
            <a:r>
              <a:rPr lang="en-US" sz="2000" dirty="0" smtClean="0">
                <a:hlinkClick r:id="rId3"/>
              </a:rPr>
              <a:t>CLICK HERE TO VISIT MY LIFE STORY WEBSITE SAMPLE OR SCAN THE ABOVE QR CODE.</a:t>
            </a:r>
            <a:endParaRPr lang="en-US" sz="20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8896" y="1728216"/>
            <a:ext cx="4303776" cy="3861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91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43</TotalTime>
  <Words>90</Words>
  <Application>Microsoft Office PowerPoint</Application>
  <PresentationFormat>Widescreen</PresentationFormat>
  <Paragraphs>27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Century Gothic</vt:lpstr>
      <vt:lpstr>Wingdings 3</vt:lpstr>
      <vt:lpstr>Ion</vt:lpstr>
      <vt:lpstr>🌍 Why You Should Own a Life Story Website?  By, Eugene Mbayire </vt:lpstr>
      <vt:lpstr>💻 About This Sample Website </vt:lpstr>
      <vt:lpstr>🚀 What We Do: </vt:lpstr>
      <vt:lpstr>📩 Interested? Let’s talk! 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🌍 Why You Should Own a Life Story Website?</dc:title>
  <dc:creator>U-Gen</dc:creator>
  <cp:lastModifiedBy>U-Gen</cp:lastModifiedBy>
  <cp:revision>7</cp:revision>
  <dcterms:created xsi:type="dcterms:W3CDTF">2025-06-19T13:18:38Z</dcterms:created>
  <dcterms:modified xsi:type="dcterms:W3CDTF">2025-06-19T14:21:53Z</dcterms:modified>
</cp:coreProperties>
</file>